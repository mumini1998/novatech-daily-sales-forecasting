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59" d="100"/>
          <a:sy n="59" d="100"/>
        </p:scale>
        <p:origin x="945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rkTech\Desktop\mentor%20folder\NOVATECH%20COMPUTER%20STOR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rkTech\Desktop\mentor%20folder\NOVATECH%20COMPUTER%20STOR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8624890638670165E-2"/>
          <c:y val="0.20050925925925925"/>
          <c:w val="0.83687139107611552"/>
          <c:h val="0.57342592592592589"/>
        </c:manualLayout>
      </c:layout>
      <c:lineChart>
        <c:grouping val="stacked"/>
        <c:varyColors val="0"/>
        <c:ser>
          <c:idx val="0"/>
          <c:order val="0"/>
          <c:tx>
            <c:strRef>
              <c:f>'Exponential smoothing '!$B$1</c:f>
              <c:strCache>
                <c:ptCount val="1"/>
                <c:pt idx="0">
                  <c:v>Daily sales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'Exponential smoothing '!$A$2:$A$1000</c:f>
              <c:numCache>
                <c:formatCode>d/m/yyyy</c:formatCode>
                <c:ptCount val="999"/>
                <c:pt idx="0">
                  <c:v>21551</c:v>
                </c:pt>
                <c:pt idx="1">
                  <c:v>21552</c:v>
                </c:pt>
                <c:pt idx="2">
                  <c:v>21553</c:v>
                </c:pt>
                <c:pt idx="3">
                  <c:v>21554</c:v>
                </c:pt>
                <c:pt idx="4">
                  <c:v>21555</c:v>
                </c:pt>
                <c:pt idx="5">
                  <c:v>21556</c:v>
                </c:pt>
                <c:pt idx="6">
                  <c:v>21557</c:v>
                </c:pt>
                <c:pt idx="7">
                  <c:v>21558</c:v>
                </c:pt>
                <c:pt idx="8">
                  <c:v>21559</c:v>
                </c:pt>
                <c:pt idx="9">
                  <c:v>21560</c:v>
                </c:pt>
                <c:pt idx="10">
                  <c:v>21561</c:v>
                </c:pt>
                <c:pt idx="11">
                  <c:v>21562</c:v>
                </c:pt>
                <c:pt idx="12">
                  <c:v>21563</c:v>
                </c:pt>
                <c:pt idx="13">
                  <c:v>21564</c:v>
                </c:pt>
                <c:pt idx="14">
                  <c:v>21565</c:v>
                </c:pt>
                <c:pt idx="15">
                  <c:v>21566</c:v>
                </c:pt>
                <c:pt idx="16">
                  <c:v>21567</c:v>
                </c:pt>
                <c:pt idx="17">
                  <c:v>21568</c:v>
                </c:pt>
                <c:pt idx="18">
                  <c:v>21569</c:v>
                </c:pt>
                <c:pt idx="19">
                  <c:v>21570</c:v>
                </c:pt>
                <c:pt idx="20">
                  <c:v>21571</c:v>
                </c:pt>
                <c:pt idx="21">
                  <c:v>21572</c:v>
                </c:pt>
                <c:pt idx="22">
                  <c:v>21573</c:v>
                </c:pt>
                <c:pt idx="23">
                  <c:v>21574</c:v>
                </c:pt>
                <c:pt idx="24">
                  <c:v>21575</c:v>
                </c:pt>
                <c:pt idx="25">
                  <c:v>21576</c:v>
                </c:pt>
                <c:pt idx="26">
                  <c:v>21577</c:v>
                </c:pt>
                <c:pt idx="27">
                  <c:v>21578</c:v>
                </c:pt>
                <c:pt idx="28">
                  <c:v>21579</c:v>
                </c:pt>
                <c:pt idx="29">
                  <c:v>21580</c:v>
                </c:pt>
                <c:pt idx="30">
                  <c:v>21581</c:v>
                </c:pt>
                <c:pt idx="31">
                  <c:v>21582</c:v>
                </c:pt>
                <c:pt idx="32">
                  <c:v>21583</c:v>
                </c:pt>
                <c:pt idx="33">
                  <c:v>21584</c:v>
                </c:pt>
                <c:pt idx="34">
                  <c:v>21585</c:v>
                </c:pt>
                <c:pt idx="35">
                  <c:v>21586</c:v>
                </c:pt>
                <c:pt idx="36">
                  <c:v>21587</c:v>
                </c:pt>
                <c:pt idx="37">
                  <c:v>21588</c:v>
                </c:pt>
                <c:pt idx="38">
                  <c:v>21589</c:v>
                </c:pt>
                <c:pt idx="39">
                  <c:v>21590</c:v>
                </c:pt>
                <c:pt idx="40">
                  <c:v>21591</c:v>
                </c:pt>
                <c:pt idx="41">
                  <c:v>21592</c:v>
                </c:pt>
                <c:pt idx="42">
                  <c:v>21593</c:v>
                </c:pt>
                <c:pt idx="43">
                  <c:v>21594</c:v>
                </c:pt>
                <c:pt idx="44">
                  <c:v>21595</c:v>
                </c:pt>
                <c:pt idx="45">
                  <c:v>21596</c:v>
                </c:pt>
                <c:pt idx="46">
                  <c:v>21597</c:v>
                </c:pt>
                <c:pt idx="47">
                  <c:v>21598</c:v>
                </c:pt>
                <c:pt idx="48">
                  <c:v>21599</c:v>
                </c:pt>
                <c:pt idx="49">
                  <c:v>21600</c:v>
                </c:pt>
                <c:pt idx="50">
                  <c:v>21601</c:v>
                </c:pt>
                <c:pt idx="51">
                  <c:v>21602</c:v>
                </c:pt>
                <c:pt idx="52">
                  <c:v>21603</c:v>
                </c:pt>
                <c:pt idx="53">
                  <c:v>21604</c:v>
                </c:pt>
                <c:pt idx="54">
                  <c:v>21605</c:v>
                </c:pt>
                <c:pt idx="55">
                  <c:v>21606</c:v>
                </c:pt>
                <c:pt idx="56">
                  <c:v>21607</c:v>
                </c:pt>
                <c:pt idx="57">
                  <c:v>21608</c:v>
                </c:pt>
                <c:pt idx="58">
                  <c:v>21609</c:v>
                </c:pt>
                <c:pt idx="59">
                  <c:v>21610</c:v>
                </c:pt>
                <c:pt idx="60">
                  <c:v>21611</c:v>
                </c:pt>
                <c:pt idx="61">
                  <c:v>21612</c:v>
                </c:pt>
                <c:pt idx="62">
                  <c:v>21613</c:v>
                </c:pt>
                <c:pt idx="63">
                  <c:v>21614</c:v>
                </c:pt>
                <c:pt idx="64">
                  <c:v>21615</c:v>
                </c:pt>
                <c:pt idx="65">
                  <c:v>21616</c:v>
                </c:pt>
                <c:pt idx="66">
                  <c:v>21617</c:v>
                </c:pt>
                <c:pt idx="67">
                  <c:v>21618</c:v>
                </c:pt>
                <c:pt idx="68">
                  <c:v>21619</c:v>
                </c:pt>
                <c:pt idx="69">
                  <c:v>21620</c:v>
                </c:pt>
                <c:pt idx="70">
                  <c:v>21621</c:v>
                </c:pt>
                <c:pt idx="71">
                  <c:v>21622</c:v>
                </c:pt>
                <c:pt idx="72">
                  <c:v>21623</c:v>
                </c:pt>
                <c:pt idx="73">
                  <c:v>21624</c:v>
                </c:pt>
                <c:pt idx="74">
                  <c:v>21625</c:v>
                </c:pt>
                <c:pt idx="75">
                  <c:v>21626</c:v>
                </c:pt>
                <c:pt idx="76">
                  <c:v>21627</c:v>
                </c:pt>
                <c:pt idx="77">
                  <c:v>21628</c:v>
                </c:pt>
                <c:pt idx="78">
                  <c:v>21629</c:v>
                </c:pt>
                <c:pt idx="79">
                  <c:v>21630</c:v>
                </c:pt>
                <c:pt idx="80">
                  <c:v>21631</c:v>
                </c:pt>
                <c:pt idx="81">
                  <c:v>21632</c:v>
                </c:pt>
                <c:pt idx="82">
                  <c:v>21633</c:v>
                </c:pt>
                <c:pt idx="83">
                  <c:v>21634</c:v>
                </c:pt>
                <c:pt idx="84">
                  <c:v>21635</c:v>
                </c:pt>
                <c:pt idx="85">
                  <c:v>21636</c:v>
                </c:pt>
                <c:pt idx="86">
                  <c:v>21637</c:v>
                </c:pt>
                <c:pt idx="87">
                  <c:v>21638</c:v>
                </c:pt>
                <c:pt idx="88">
                  <c:v>21639</c:v>
                </c:pt>
                <c:pt idx="89">
                  <c:v>21640</c:v>
                </c:pt>
                <c:pt idx="90">
                  <c:v>21641</c:v>
                </c:pt>
                <c:pt idx="91">
                  <c:v>21642</c:v>
                </c:pt>
                <c:pt idx="92">
                  <c:v>21643</c:v>
                </c:pt>
                <c:pt idx="93">
                  <c:v>21644</c:v>
                </c:pt>
                <c:pt idx="94">
                  <c:v>21645</c:v>
                </c:pt>
                <c:pt idx="95">
                  <c:v>21646</c:v>
                </c:pt>
                <c:pt idx="96">
                  <c:v>21647</c:v>
                </c:pt>
                <c:pt idx="97">
                  <c:v>21648</c:v>
                </c:pt>
                <c:pt idx="98">
                  <c:v>21649</c:v>
                </c:pt>
                <c:pt idx="99">
                  <c:v>21650</c:v>
                </c:pt>
                <c:pt idx="100">
                  <c:v>21651</c:v>
                </c:pt>
                <c:pt idx="101">
                  <c:v>21652</c:v>
                </c:pt>
                <c:pt idx="102">
                  <c:v>21653</c:v>
                </c:pt>
                <c:pt idx="103">
                  <c:v>21654</c:v>
                </c:pt>
                <c:pt idx="104">
                  <c:v>21655</c:v>
                </c:pt>
                <c:pt idx="105">
                  <c:v>21656</c:v>
                </c:pt>
                <c:pt idx="106">
                  <c:v>21657</c:v>
                </c:pt>
                <c:pt idx="107">
                  <c:v>21658</c:v>
                </c:pt>
                <c:pt idx="108">
                  <c:v>21659</c:v>
                </c:pt>
                <c:pt idx="109">
                  <c:v>21660</c:v>
                </c:pt>
                <c:pt idx="110">
                  <c:v>21661</c:v>
                </c:pt>
                <c:pt idx="111">
                  <c:v>21662</c:v>
                </c:pt>
                <c:pt idx="112">
                  <c:v>21663</c:v>
                </c:pt>
                <c:pt idx="113">
                  <c:v>21664</c:v>
                </c:pt>
                <c:pt idx="114">
                  <c:v>21665</c:v>
                </c:pt>
                <c:pt idx="115">
                  <c:v>21666</c:v>
                </c:pt>
                <c:pt idx="116">
                  <c:v>21667</c:v>
                </c:pt>
                <c:pt idx="117">
                  <c:v>21668</c:v>
                </c:pt>
                <c:pt idx="118">
                  <c:v>21669</c:v>
                </c:pt>
                <c:pt idx="119">
                  <c:v>21670</c:v>
                </c:pt>
                <c:pt idx="120">
                  <c:v>21671</c:v>
                </c:pt>
                <c:pt idx="121">
                  <c:v>21672</c:v>
                </c:pt>
                <c:pt idx="122">
                  <c:v>21673</c:v>
                </c:pt>
                <c:pt idx="123">
                  <c:v>21674</c:v>
                </c:pt>
                <c:pt idx="124">
                  <c:v>21675</c:v>
                </c:pt>
                <c:pt idx="125">
                  <c:v>21676</c:v>
                </c:pt>
                <c:pt idx="126">
                  <c:v>21677</c:v>
                </c:pt>
                <c:pt idx="127">
                  <c:v>21678</c:v>
                </c:pt>
                <c:pt idx="128">
                  <c:v>21679</c:v>
                </c:pt>
                <c:pt idx="129">
                  <c:v>21680</c:v>
                </c:pt>
                <c:pt idx="130">
                  <c:v>21681</c:v>
                </c:pt>
                <c:pt idx="131">
                  <c:v>21682</c:v>
                </c:pt>
                <c:pt idx="132">
                  <c:v>21683</c:v>
                </c:pt>
                <c:pt idx="133">
                  <c:v>21684</c:v>
                </c:pt>
                <c:pt idx="134">
                  <c:v>21685</c:v>
                </c:pt>
                <c:pt idx="135">
                  <c:v>21686</c:v>
                </c:pt>
                <c:pt idx="136">
                  <c:v>21687</c:v>
                </c:pt>
                <c:pt idx="137">
                  <c:v>21688</c:v>
                </c:pt>
                <c:pt idx="138">
                  <c:v>21689</c:v>
                </c:pt>
                <c:pt idx="139">
                  <c:v>21690</c:v>
                </c:pt>
                <c:pt idx="140">
                  <c:v>21691</c:v>
                </c:pt>
                <c:pt idx="141">
                  <c:v>21692</c:v>
                </c:pt>
                <c:pt idx="142">
                  <c:v>21693</c:v>
                </c:pt>
                <c:pt idx="143">
                  <c:v>21694</c:v>
                </c:pt>
                <c:pt idx="144">
                  <c:v>21695</c:v>
                </c:pt>
                <c:pt idx="145">
                  <c:v>21696</c:v>
                </c:pt>
                <c:pt idx="146">
                  <c:v>21697</c:v>
                </c:pt>
                <c:pt idx="147">
                  <c:v>21698</c:v>
                </c:pt>
                <c:pt idx="148">
                  <c:v>21699</c:v>
                </c:pt>
                <c:pt idx="149">
                  <c:v>21700</c:v>
                </c:pt>
                <c:pt idx="150">
                  <c:v>21701</c:v>
                </c:pt>
                <c:pt idx="151">
                  <c:v>21702</c:v>
                </c:pt>
                <c:pt idx="152">
                  <c:v>21703</c:v>
                </c:pt>
                <c:pt idx="153">
                  <c:v>21704</c:v>
                </c:pt>
                <c:pt idx="154">
                  <c:v>21705</c:v>
                </c:pt>
                <c:pt idx="155">
                  <c:v>21706</c:v>
                </c:pt>
                <c:pt idx="156">
                  <c:v>21707</c:v>
                </c:pt>
                <c:pt idx="157">
                  <c:v>21708</c:v>
                </c:pt>
                <c:pt idx="158">
                  <c:v>21709</c:v>
                </c:pt>
                <c:pt idx="159">
                  <c:v>21710</c:v>
                </c:pt>
                <c:pt idx="160">
                  <c:v>21711</c:v>
                </c:pt>
                <c:pt idx="161">
                  <c:v>21712</c:v>
                </c:pt>
                <c:pt idx="162">
                  <c:v>21713</c:v>
                </c:pt>
                <c:pt idx="163">
                  <c:v>21714</c:v>
                </c:pt>
                <c:pt idx="164">
                  <c:v>21715</c:v>
                </c:pt>
                <c:pt idx="165">
                  <c:v>21716</c:v>
                </c:pt>
                <c:pt idx="166">
                  <c:v>21717</c:v>
                </c:pt>
                <c:pt idx="167">
                  <c:v>21718</c:v>
                </c:pt>
                <c:pt idx="168">
                  <c:v>21719</c:v>
                </c:pt>
                <c:pt idx="169">
                  <c:v>21720</c:v>
                </c:pt>
                <c:pt idx="170">
                  <c:v>21721</c:v>
                </c:pt>
                <c:pt idx="171">
                  <c:v>21722</c:v>
                </c:pt>
                <c:pt idx="172">
                  <c:v>21723</c:v>
                </c:pt>
                <c:pt idx="173">
                  <c:v>21724</c:v>
                </c:pt>
                <c:pt idx="174">
                  <c:v>21725</c:v>
                </c:pt>
                <c:pt idx="175">
                  <c:v>21726</c:v>
                </c:pt>
                <c:pt idx="176">
                  <c:v>21727</c:v>
                </c:pt>
                <c:pt idx="177">
                  <c:v>21728</c:v>
                </c:pt>
                <c:pt idx="178">
                  <c:v>21729</c:v>
                </c:pt>
                <c:pt idx="179">
                  <c:v>21730</c:v>
                </c:pt>
                <c:pt idx="180">
                  <c:v>21731</c:v>
                </c:pt>
                <c:pt idx="181">
                  <c:v>21732</c:v>
                </c:pt>
                <c:pt idx="182">
                  <c:v>21733</c:v>
                </c:pt>
                <c:pt idx="183">
                  <c:v>21734</c:v>
                </c:pt>
                <c:pt idx="184">
                  <c:v>21735</c:v>
                </c:pt>
                <c:pt idx="185">
                  <c:v>21736</c:v>
                </c:pt>
                <c:pt idx="186">
                  <c:v>21737</c:v>
                </c:pt>
                <c:pt idx="187">
                  <c:v>21738</c:v>
                </c:pt>
                <c:pt idx="188">
                  <c:v>21739</c:v>
                </c:pt>
                <c:pt idx="189">
                  <c:v>21740</c:v>
                </c:pt>
                <c:pt idx="190">
                  <c:v>21741</c:v>
                </c:pt>
                <c:pt idx="191">
                  <c:v>21742</c:v>
                </c:pt>
                <c:pt idx="192">
                  <c:v>21743</c:v>
                </c:pt>
                <c:pt idx="193">
                  <c:v>21744</c:v>
                </c:pt>
                <c:pt idx="194">
                  <c:v>21745</c:v>
                </c:pt>
                <c:pt idx="195">
                  <c:v>21746</c:v>
                </c:pt>
                <c:pt idx="196">
                  <c:v>21747</c:v>
                </c:pt>
                <c:pt idx="197">
                  <c:v>21748</c:v>
                </c:pt>
                <c:pt idx="198">
                  <c:v>21749</c:v>
                </c:pt>
                <c:pt idx="199">
                  <c:v>21750</c:v>
                </c:pt>
                <c:pt idx="200">
                  <c:v>21751</c:v>
                </c:pt>
                <c:pt idx="201">
                  <c:v>21752</c:v>
                </c:pt>
                <c:pt idx="202">
                  <c:v>21753</c:v>
                </c:pt>
                <c:pt idx="203">
                  <c:v>21754</c:v>
                </c:pt>
                <c:pt idx="204">
                  <c:v>21755</c:v>
                </c:pt>
                <c:pt idx="205">
                  <c:v>21756</c:v>
                </c:pt>
                <c:pt idx="206">
                  <c:v>21757</c:v>
                </c:pt>
                <c:pt idx="207">
                  <c:v>21758</c:v>
                </c:pt>
                <c:pt idx="208">
                  <c:v>21759</c:v>
                </c:pt>
                <c:pt idx="209">
                  <c:v>21760</c:v>
                </c:pt>
                <c:pt idx="210">
                  <c:v>21761</c:v>
                </c:pt>
                <c:pt idx="211">
                  <c:v>21762</c:v>
                </c:pt>
                <c:pt idx="212">
                  <c:v>21763</c:v>
                </c:pt>
                <c:pt idx="213">
                  <c:v>21764</c:v>
                </c:pt>
                <c:pt idx="214">
                  <c:v>21765</c:v>
                </c:pt>
                <c:pt idx="215">
                  <c:v>21766</c:v>
                </c:pt>
                <c:pt idx="216">
                  <c:v>21767</c:v>
                </c:pt>
                <c:pt idx="217">
                  <c:v>21768</c:v>
                </c:pt>
                <c:pt idx="218">
                  <c:v>21769</c:v>
                </c:pt>
                <c:pt idx="219">
                  <c:v>21770</c:v>
                </c:pt>
                <c:pt idx="220">
                  <c:v>21771</c:v>
                </c:pt>
                <c:pt idx="221">
                  <c:v>21772</c:v>
                </c:pt>
                <c:pt idx="222">
                  <c:v>21773</c:v>
                </c:pt>
                <c:pt idx="223">
                  <c:v>21774</c:v>
                </c:pt>
                <c:pt idx="224">
                  <c:v>21775</c:v>
                </c:pt>
                <c:pt idx="225">
                  <c:v>21776</c:v>
                </c:pt>
                <c:pt idx="226">
                  <c:v>21777</c:v>
                </c:pt>
                <c:pt idx="227">
                  <c:v>21778</c:v>
                </c:pt>
                <c:pt idx="228">
                  <c:v>21779</c:v>
                </c:pt>
                <c:pt idx="229">
                  <c:v>21780</c:v>
                </c:pt>
                <c:pt idx="230">
                  <c:v>21781</c:v>
                </c:pt>
                <c:pt idx="231">
                  <c:v>21782</c:v>
                </c:pt>
                <c:pt idx="232">
                  <c:v>21783</c:v>
                </c:pt>
                <c:pt idx="233">
                  <c:v>21784</c:v>
                </c:pt>
                <c:pt idx="234">
                  <c:v>21785</c:v>
                </c:pt>
                <c:pt idx="235">
                  <c:v>21786</c:v>
                </c:pt>
                <c:pt idx="236">
                  <c:v>21787</c:v>
                </c:pt>
                <c:pt idx="237">
                  <c:v>21788</c:v>
                </c:pt>
                <c:pt idx="238">
                  <c:v>21789</c:v>
                </c:pt>
                <c:pt idx="239">
                  <c:v>21790</c:v>
                </c:pt>
                <c:pt idx="240">
                  <c:v>21791</c:v>
                </c:pt>
                <c:pt idx="241">
                  <c:v>21792</c:v>
                </c:pt>
                <c:pt idx="242">
                  <c:v>21793</c:v>
                </c:pt>
                <c:pt idx="243">
                  <c:v>21794</c:v>
                </c:pt>
                <c:pt idx="244">
                  <c:v>21795</c:v>
                </c:pt>
                <c:pt idx="245">
                  <c:v>21796</c:v>
                </c:pt>
                <c:pt idx="246">
                  <c:v>21797</c:v>
                </c:pt>
                <c:pt idx="247">
                  <c:v>21798</c:v>
                </c:pt>
                <c:pt idx="248">
                  <c:v>21799</c:v>
                </c:pt>
                <c:pt idx="249">
                  <c:v>21800</c:v>
                </c:pt>
                <c:pt idx="250">
                  <c:v>21801</c:v>
                </c:pt>
                <c:pt idx="251">
                  <c:v>21802</c:v>
                </c:pt>
                <c:pt idx="252">
                  <c:v>21803</c:v>
                </c:pt>
                <c:pt idx="253">
                  <c:v>21804</c:v>
                </c:pt>
                <c:pt idx="254">
                  <c:v>21805</c:v>
                </c:pt>
                <c:pt idx="255">
                  <c:v>21806</c:v>
                </c:pt>
                <c:pt idx="256">
                  <c:v>21807</c:v>
                </c:pt>
                <c:pt idx="257">
                  <c:v>21808</c:v>
                </c:pt>
                <c:pt idx="258">
                  <c:v>21809</c:v>
                </c:pt>
                <c:pt idx="259">
                  <c:v>21810</c:v>
                </c:pt>
                <c:pt idx="260">
                  <c:v>21811</c:v>
                </c:pt>
                <c:pt idx="261">
                  <c:v>21812</c:v>
                </c:pt>
                <c:pt idx="262">
                  <c:v>21813</c:v>
                </c:pt>
                <c:pt idx="263">
                  <c:v>21814</c:v>
                </c:pt>
                <c:pt idx="264">
                  <c:v>21815</c:v>
                </c:pt>
                <c:pt idx="265">
                  <c:v>21816</c:v>
                </c:pt>
                <c:pt idx="266">
                  <c:v>21817</c:v>
                </c:pt>
                <c:pt idx="267">
                  <c:v>21818</c:v>
                </c:pt>
                <c:pt idx="268">
                  <c:v>21819</c:v>
                </c:pt>
                <c:pt idx="269">
                  <c:v>21820</c:v>
                </c:pt>
                <c:pt idx="270">
                  <c:v>21821</c:v>
                </c:pt>
                <c:pt idx="271">
                  <c:v>21822</c:v>
                </c:pt>
                <c:pt idx="272">
                  <c:v>21823</c:v>
                </c:pt>
                <c:pt idx="273">
                  <c:v>21824</c:v>
                </c:pt>
                <c:pt idx="274">
                  <c:v>21825</c:v>
                </c:pt>
                <c:pt idx="275">
                  <c:v>21826</c:v>
                </c:pt>
                <c:pt idx="276">
                  <c:v>21827</c:v>
                </c:pt>
                <c:pt idx="277">
                  <c:v>21828</c:v>
                </c:pt>
                <c:pt idx="278">
                  <c:v>21829</c:v>
                </c:pt>
                <c:pt idx="279">
                  <c:v>21830</c:v>
                </c:pt>
                <c:pt idx="280">
                  <c:v>21831</c:v>
                </c:pt>
                <c:pt idx="281">
                  <c:v>21832</c:v>
                </c:pt>
                <c:pt idx="282">
                  <c:v>21833</c:v>
                </c:pt>
                <c:pt idx="283">
                  <c:v>21834</c:v>
                </c:pt>
                <c:pt idx="284">
                  <c:v>21835</c:v>
                </c:pt>
                <c:pt idx="285">
                  <c:v>21836</c:v>
                </c:pt>
                <c:pt idx="286">
                  <c:v>21837</c:v>
                </c:pt>
                <c:pt idx="287">
                  <c:v>21838</c:v>
                </c:pt>
                <c:pt idx="288">
                  <c:v>21839</c:v>
                </c:pt>
                <c:pt idx="289">
                  <c:v>21840</c:v>
                </c:pt>
                <c:pt idx="290">
                  <c:v>21841</c:v>
                </c:pt>
                <c:pt idx="291">
                  <c:v>21842</c:v>
                </c:pt>
                <c:pt idx="292">
                  <c:v>21843</c:v>
                </c:pt>
                <c:pt idx="293">
                  <c:v>21844</c:v>
                </c:pt>
                <c:pt idx="294">
                  <c:v>21845</c:v>
                </c:pt>
                <c:pt idx="295">
                  <c:v>21846</c:v>
                </c:pt>
                <c:pt idx="296">
                  <c:v>21847</c:v>
                </c:pt>
                <c:pt idx="297">
                  <c:v>21848</c:v>
                </c:pt>
                <c:pt idx="298">
                  <c:v>21849</c:v>
                </c:pt>
                <c:pt idx="299">
                  <c:v>21850</c:v>
                </c:pt>
                <c:pt idx="300">
                  <c:v>21851</c:v>
                </c:pt>
                <c:pt idx="301">
                  <c:v>21852</c:v>
                </c:pt>
                <c:pt idx="302">
                  <c:v>21853</c:v>
                </c:pt>
                <c:pt idx="303">
                  <c:v>21854</c:v>
                </c:pt>
                <c:pt idx="304">
                  <c:v>21855</c:v>
                </c:pt>
                <c:pt idx="305">
                  <c:v>21856</c:v>
                </c:pt>
                <c:pt idx="306">
                  <c:v>21857</c:v>
                </c:pt>
                <c:pt idx="307">
                  <c:v>21858</c:v>
                </c:pt>
                <c:pt idx="308">
                  <c:v>21859</c:v>
                </c:pt>
                <c:pt idx="309">
                  <c:v>21860</c:v>
                </c:pt>
                <c:pt idx="310">
                  <c:v>21861</c:v>
                </c:pt>
                <c:pt idx="311">
                  <c:v>21862</c:v>
                </c:pt>
                <c:pt idx="312">
                  <c:v>21863</c:v>
                </c:pt>
                <c:pt idx="313">
                  <c:v>21864</c:v>
                </c:pt>
                <c:pt idx="314">
                  <c:v>21865</c:v>
                </c:pt>
                <c:pt idx="315">
                  <c:v>21866</c:v>
                </c:pt>
                <c:pt idx="316">
                  <c:v>21867</c:v>
                </c:pt>
                <c:pt idx="317">
                  <c:v>21868</c:v>
                </c:pt>
                <c:pt idx="318">
                  <c:v>21869</c:v>
                </c:pt>
                <c:pt idx="319">
                  <c:v>21870</c:v>
                </c:pt>
                <c:pt idx="320">
                  <c:v>21871</c:v>
                </c:pt>
                <c:pt idx="321">
                  <c:v>21872</c:v>
                </c:pt>
                <c:pt idx="322">
                  <c:v>21873</c:v>
                </c:pt>
                <c:pt idx="323">
                  <c:v>21874</c:v>
                </c:pt>
                <c:pt idx="324">
                  <c:v>21875</c:v>
                </c:pt>
                <c:pt idx="325">
                  <c:v>21876</c:v>
                </c:pt>
                <c:pt idx="326">
                  <c:v>21877</c:v>
                </c:pt>
                <c:pt idx="327">
                  <c:v>21878</c:v>
                </c:pt>
                <c:pt idx="328">
                  <c:v>21879</c:v>
                </c:pt>
                <c:pt idx="329">
                  <c:v>21880</c:v>
                </c:pt>
                <c:pt idx="330">
                  <c:v>21881</c:v>
                </c:pt>
                <c:pt idx="331">
                  <c:v>21882</c:v>
                </c:pt>
                <c:pt idx="332">
                  <c:v>21883</c:v>
                </c:pt>
                <c:pt idx="333">
                  <c:v>21884</c:v>
                </c:pt>
                <c:pt idx="334">
                  <c:v>21885</c:v>
                </c:pt>
                <c:pt idx="335">
                  <c:v>21886</c:v>
                </c:pt>
                <c:pt idx="336">
                  <c:v>21887</c:v>
                </c:pt>
                <c:pt idx="337">
                  <c:v>21888</c:v>
                </c:pt>
                <c:pt idx="338">
                  <c:v>21889</c:v>
                </c:pt>
                <c:pt idx="339">
                  <c:v>21890</c:v>
                </c:pt>
                <c:pt idx="340">
                  <c:v>21891</c:v>
                </c:pt>
                <c:pt idx="341">
                  <c:v>21892</c:v>
                </c:pt>
                <c:pt idx="342">
                  <c:v>21893</c:v>
                </c:pt>
                <c:pt idx="343">
                  <c:v>21894</c:v>
                </c:pt>
                <c:pt idx="344">
                  <c:v>21895</c:v>
                </c:pt>
                <c:pt idx="345">
                  <c:v>21896</c:v>
                </c:pt>
                <c:pt idx="346">
                  <c:v>21897</c:v>
                </c:pt>
                <c:pt idx="347">
                  <c:v>21898</c:v>
                </c:pt>
                <c:pt idx="348">
                  <c:v>21899</c:v>
                </c:pt>
                <c:pt idx="349">
                  <c:v>21900</c:v>
                </c:pt>
                <c:pt idx="350">
                  <c:v>21901</c:v>
                </c:pt>
                <c:pt idx="351">
                  <c:v>21902</c:v>
                </c:pt>
                <c:pt idx="352">
                  <c:v>21903</c:v>
                </c:pt>
                <c:pt idx="353">
                  <c:v>21904</c:v>
                </c:pt>
                <c:pt idx="354">
                  <c:v>21905</c:v>
                </c:pt>
                <c:pt idx="355">
                  <c:v>21906</c:v>
                </c:pt>
                <c:pt idx="356">
                  <c:v>21907</c:v>
                </c:pt>
                <c:pt idx="357">
                  <c:v>21908</c:v>
                </c:pt>
                <c:pt idx="358">
                  <c:v>21909</c:v>
                </c:pt>
                <c:pt idx="359">
                  <c:v>21910</c:v>
                </c:pt>
                <c:pt idx="360">
                  <c:v>21911</c:v>
                </c:pt>
                <c:pt idx="361">
                  <c:v>21912</c:v>
                </c:pt>
                <c:pt idx="362">
                  <c:v>21913</c:v>
                </c:pt>
                <c:pt idx="363">
                  <c:v>21914</c:v>
                </c:pt>
                <c:pt idx="364">
                  <c:v>21915</c:v>
                </c:pt>
              </c:numCache>
            </c:numRef>
          </c:cat>
          <c:val>
            <c:numRef>
              <c:f>'Exponential smoothing '!$B$2:$B$1000</c:f>
              <c:numCache>
                <c:formatCode>General</c:formatCode>
                <c:ptCount val="999"/>
                <c:pt idx="0">
                  <c:v>35</c:v>
                </c:pt>
                <c:pt idx="1">
                  <c:v>32</c:v>
                </c:pt>
                <c:pt idx="2">
                  <c:v>30</c:v>
                </c:pt>
                <c:pt idx="3">
                  <c:v>31</c:v>
                </c:pt>
                <c:pt idx="4">
                  <c:v>44</c:v>
                </c:pt>
                <c:pt idx="5">
                  <c:v>29</c:v>
                </c:pt>
                <c:pt idx="6">
                  <c:v>45</c:v>
                </c:pt>
                <c:pt idx="7">
                  <c:v>43</c:v>
                </c:pt>
                <c:pt idx="8">
                  <c:v>38</c:v>
                </c:pt>
                <c:pt idx="9">
                  <c:v>27</c:v>
                </c:pt>
                <c:pt idx="10">
                  <c:v>38</c:v>
                </c:pt>
                <c:pt idx="11">
                  <c:v>33</c:v>
                </c:pt>
                <c:pt idx="12">
                  <c:v>55</c:v>
                </c:pt>
                <c:pt idx="13">
                  <c:v>47</c:v>
                </c:pt>
                <c:pt idx="14">
                  <c:v>45</c:v>
                </c:pt>
                <c:pt idx="15">
                  <c:v>37</c:v>
                </c:pt>
                <c:pt idx="16">
                  <c:v>50</c:v>
                </c:pt>
                <c:pt idx="17">
                  <c:v>43</c:v>
                </c:pt>
                <c:pt idx="18">
                  <c:v>41</c:v>
                </c:pt>
                <c:pt idx="19">
                  <c:v>52</c:v>
                </c:pt>
                <c:pt idx="20">
                  <c:v>34</c:v>
                </c:pt>
                <c:pt idx="21">
                  <c:v>53</c:v>
                </c:pt>
                <c:pt idx="22">
                  <c:v>39</c:v>
                </c:pt>
                <c:pt idx="23">
                  <c:v>32</c:v>
                </c:pt>
                <c:pt idx="24">
                  <c:v>37</c:v>
                </c:pt>
                <c:pt idx="25">
                  <c:v>43</c:v>
                </c:pt>
                <c:pt idx="26">
                  <c:v>39</c:v>
                </c:pt>
                <c:pt idx="27">
                  <c:v>35</c:v>
                </c:pt>
                <c:pt idx="28">
                  <c:v>44</c:v>
                </c:pt>
                <c:pt idx="29">
                  <c:v>38</c:v>
                </c:pt>
                <c:pt idx="30">
                  <c:v>24</c:v>
                </c:pt>
                <c:pt idx="31">
                  <c:v>23</c:v>
                </c:pt>
                <c:pt idx="32">
                  <c:v>31</c:v>
                </c:pt>
                <c:pt idx="33">
                  <c:v>44</c:v>
                </c:pt>
                <c:pt idx="34">
                  <c:v>38</c:v>
                </c:pt>
                <c:pt idx="35">
                  <c:v>50</c:v>
                </c:pt>
                <c:pt idx="36">
                  <c:v>38</c:v>
                </c:pt>
                <c:pt idx="37">
                  <c:v>51</c:v>
                </c:pt>
                <c:pt idx="38">
                  <c:v>31</c:v>
                </c:pt>
                <c:pt idx="39">
                  <c:v>31</c:v>
                </c:pt>
                <c:pt idx="40">
                  <c:v>51</c:v>
                </c:pt>
                <c:pt idx="41">
                  <c:v>36</c:v>
                </c:pt>
                <c:pt idx="42">
                  <c:v>45</c:v>
                </c:pt>
                <c:pt idx="43">
                  <c:v>51</c:v>
                </c:pt>
                <c:pt idx="44">
                  <c:v>34</c:v>
                </c:pt>
                <c:pt idx="45">
                  <c:v>52</c:v>
                </c:pt>
                <c:pt idx="46">
                  <c:v>47</c:v>
                </c:pt>
                <c:pt idx="47">
                  <c:v>45</c:v>
                </c:pt>
                <c:pt idx="48">
                  <c:v>46</c:v>
                </c:pt>
                <c:pt idx="49">
                  <c:v>39</c:v>
                </c:pt>
                <c:pt idx="50">
                  <c:v>48</c:v>
                </c:pt>
                <c:pt idx="51">
                  <c:v>37</c:v>
                </c:pt>
                <c:pt idx="52">
                  <c:v>35</c:v>
                </c:pt>
                <c:pt idx="53">
                  <c:v>52</c:v>
                </c:pt>
                <c:pt idx="54">
                  <c:v>42</c:v>
                </c:pt>
                <c:pt idx="55">
                  <c:v>45</c:v>
                </c:pt>
                <c:pt idx="56">
                  <c:v>39</c:v>
                </c:pt>
                <c:pt idx="57">
                  <c:v>37</c:v>
                </c:pt>
                <c:pt idx="58">
                  <c:v>30</c:v>
                </c:pt>
                <c:pt idx="59">
                  <c:v>35</c:v>
                </c:pt>
                <c:pt idx="60">
                  <c:v>28</c:v>
                </c:pt>
                <c:pt idx="61">
                  <c:v>45</c:v>
                </c:pt>
                <c:pt idx="62">
                  <c:v>34</c:v>
                </c:pt>
                <c:pt idx="63">
                  <c:v>36</c:v>
                </c:pt>
                <c:pt idx="64">
                  <c:v>50</c:v>
                </c:pt>
                <c:pt idx="65">
                  <c:v>44</c:v>
                </c:pt>
                <c:pt idx="66">
                  <c:v>39</c:v>
                </c:pt>
                <c:pt idx="67">
                  <c:v>32</c:v>
                </c:pt>
                <c:pt idx="68">
                  <c:v>39</c:v>
                </c:pt>
                <c:pt idx="69">
                  <c:v>45</c:v>
                </c:pt>
                <c:pt idx="70">
                  <c:v>43</c:v>
                </c:pt>
                <c:pt idx="71">
                  <c:v>39</c:v>
                </c:pt>
                <c:pt idx="72">
                  <c:v>31</c:v>
                </c:pt>
                <c:pt idx="73">
                  <c:v>27</c:v>
                </c:pt>
                <c:pt idx="74">
                  <c:v>30</c:v>
                </c:pt>
                <c:pt idx="75">
                  <c:v>42</c:v>
                </c:pt>
                <c:pt idx="76">
                  <c:v>46</c:v>
                </c:pt>
                <c:pt idx="77">
                  <c:v>41</c:v>
                </c:pt>
                <c:pt idx="78">
                  <c:v>36</c:v>
                </c:pt>
                <c:pt idx="79">
                  <c:v>45</c:v>
                </c:pt>
                <c:pt idx="80">
                  <c:v>46</c:v>
                </c:pt>
                <c:pt idx="81">
                  <c:v>43</c:v>
                </c:pt>
                <c:pt idx="82">
                  <c:v>38</c:v>
                </c:pt>
                <c:pt idx="83">
                  <c:v>34</c:v>
                </c:pt>
                <c:pt idx="84">
                  <c:v>35</c:v>
                </c:pt>
                <c:pt idx="85">
                  <c:v>56</c:v>
                </c:pt>
                <c:pt idx="86">
                  <c:v>36</c:v>
                </c:pt>
                <c:pt idx="87">
                  <c:v>32</c:v>
                </c:pt>
                <c:pt idx="88">
                  <c:v>50</c:v>
                </c:pt>
                <c:pt idx="89">
                  <c:v>41</c:v>
                </c:pt>
                <c:pt idx="90">
                  <c:v>39</c:v>
                </c:pt>
                <c:pt idx="91">
                  <c:v>41</c:v>
                </c:pt>
                <c:pt idx="92">
                  <c:v>47</c:v>
                </c:pt>
                <c:pt idx="93">
                  <c:v>34</c:v>
                </c:pt>
                <c:pt idx="94">
                  <c:v>36</c:v>
                </c:pt>
                <c:pt idx="95">
                  <c:v>33</c:v>
                </c:pt>
                <c:pt idx="96">
                  <c:v>35</c:v>
                </c:pt>
                <c:pt idx="97">
                  <c:v>38</c:v>
                </c:pt>
                <c:pt idx="98">
                  <c:v>38</c:v>
                </c:pt>
                <c:pt idx="99">
                  <c:v>34</c:v>
                </c:pt>
                <c:pt idx="100">
                  <c:v>53</c:v>
                </c:pt>
                <c:pt idx="101">
                  <c:v>34</c:v>
                </c:pt>
                <c:pt idx="102">
                  <c:v>34</c:v>
                </c:pt>
                <c:pt idx="103">
                  <c:v>38</c:v>
                </c:pt>
                <c:pt idx="104">
                  <c:v>35</c:v>
                </c:pt>
                <c:pt idx="105">
                  <c:v>32</c:v>
                </c:pt>
                <c:pt idx="106">
                  <c:v>42</c:v>
                </c:pt>
                <c:pt idx="107">
                  <c:v>34</c:v>
                </c:pt>
                <c:pt idx="108">
                  <c:v>46</c:v>
                </c:pt>
                <c:pt idx="109">
                  <c:v>30</c:v>
                </c:pt>
                <c:pt idx="110">
                  <c:v>46</c:v>
                </c:pt>
                <c:pt idx="111">
                  <c:v>45</c:v>
                </c:pt>
                <c:pt idx="112">
                  <c:v>54</c:v>
                </c:pt>
                <c:pt idx="113">
                  <c:v>34</c:v>
                </c:pt>
                <c:pt idx="114">
                  <c:v>37</c:v>
                </c:pt>
                <c:pt idx="115">
                  <c:v>35</c:v>
                </c:pt>
                <c:pt idx="116">
                  <c:v>40</c:v>
                </c:pt>
                <c:pt idx="117">
                  <c:v>42</c:v>
                </c:pt>
                <c:pt idx="118">
                  <c:v>58</c:v>
                </c:pt>
                <c:pt idx="119">
                  <c:v>51</c:v>
                </c:pt>
                <c:pt idx="120">
                  <c:v>32</c:v>
                </c:pt>
                <c:pt idx="121">
                  <c:v>35</c:v>
                </c:pt>
                <c:pt idx="122">
                  <c:v>38</c:v>
                </c:pt>
                <c:pt idx="123">
                  <c:v>33</c:v>
                </c:pt>
                <c:pt idx="124">
                  <c:v>39</c:v>
                </c:pt>
                <c:pt idx="125">
                  <c:v>47</c:v>
                </c:pt>
                <c:pt idx="126">
                  <c:v>38</c:v>
                </c:pt>
                <c:pt idx="127">
                  <c:v>52</c:v>
                </c:pt>
                <c:pt idx="128">
                  <c:v>30</c:v>
                </c:pt>
                <c:pt idx="129">
                  <c:v>34</c:v>
                </c:pt>
                <c:pt idx="130">
                  <c:v>40</c:v>
                </c:pt>
                <c:pt idx="131">
                  <c:v>35</c:v>
                </c:pt>
                <c:pt idx="132">
                  <c:v>42</c:v>
                </c:pt>
                <c:pt idx="133">
                  <c:v>41</c:v>
                </c:pt>
                <c:pt idx="134">
                  <c:v>42</c:v>
                </c:pt>
                <c:pt idx="135">
                  <c:v>38</c:v>
                </c:pt>
                <c:pt idx="136">
                  <c:v>24</c:v>
                </c:pt>
                <c:pt idx="137">
                  <c:v>34</c:v>
                </c:pt>
                <c:pt idx="138">
                  <c:v>43</c:v>
                </c:pt>
                <c:pt idx="139">
                  <c:v>36</c:v>
                </c:pt>
                <c:pt idx="140">
                  <c:v>55</c:v>
                </c:pt>
                <c:pt idx="141">
                  <c:v>41</c:v>
                </c:pt>
                <c:pt idx="142">
                  <c:v>45</c:v>
                </c:pt>
                <c:pt idx="143">
                  <c:v>41</c:v>
                </c:pt>
                <c:pt idx="144">
                  <c:v>37</c:v>
                </c:pt>
                <c:pt idx="145">
                  <c:v>43</c:v>
                </c:pt>
                <c:pt idx="146">
                  <c:v>39</c:v>
                </c:pt>
                <c:pt idx="147">
                  <c:v>33</c:v>
                </c:pt>
                <c:pt idx="148">
                  <c:v>43</c:v>
                </c:pt>
                <c:pt idx="149">
                  <c:v>40</c:v>
                </c:pt>
                <c:pt idx="150">
                  <c:v>38</c:v>
                </c:pt>
                <c:pt idx="151">
                  <c:v>45</c:v>
                </c:pt>
                <c:pt idx="152">
                  <c:v>46</c:v>
                </c:pt>
                <c:pt idx="153">
                  <c:v>34</c:v>
                </c:pt>
                <c:pt idx="154">
                  <c:v>35</c:v>
                </c:pt>
                <c:pt idx="155">
                  <c:v>48</c:v>
                </c:pt>
                <c:pt idx="156">
                  <c:v>51</c:v>
                </c:pt>
                <c:pt idx="157">
                  <c:v>36</c:v>
                </c:pt>
                <c:pt idx="158">
                  <c:v>33</c:v>
                </c:pt>
                <c:pt idx="159">
                  <c:v>46</c:v>
                </c:pt>
                <c:pt idx="160">
                  <c:v>42</c:v>
                </c:pt>
                <c:pt idx="161">
                  <c:v>48</c:v>
                </c:pt>
                <c:pt idx="162">
                  <c:v>34</c:v>
                </c:pt>
                <c:pt idx="163">
                  <c:v>41</c:v>
                </c:pt>
                <c:pt idx="164">
                  <c:v>35</c:v>
                </c:pt>
                <c:pt idx="165">
                  <c:v>40</c:v>
                </c:pt>
                <c:pt idx="166">
                  <c:v>34</c:v>
                </c:pt>
                <c:pt idx="167">
                  <c:v>30</c:v>
                </c:pt>
                <c:pt idx="168">
                  <c:v>36</c:v>
                </c:pt>
                <c:pt idx="169">
                  <c:v>40</c:v>
                </c:pt>
                <c:pt idx="170">
                  <c:v>39</c:v>
                </c:pt>
                <c:pt idx="171">
                  <c:v>45</c:v>
                </c:pt>
                <c:pt idx="172">
                  <c:v>38</c:v>
                </c:pt>
                <c:pt idx="173">
                  <c:v>47</c:v>
                </c:pt>
                <c:pt idx="174">
                  <c:v>33</c:v>
                </c:pt>
                <c:pt idx="175">
                  <c:v>30</c:v>
                </c:pt>
                <c:pt idx="176">
                  <c:v>42</c:v>
                </c:pt>
                <c:pt idx="177">
                  <c:v>43</c:v>
                </c:pt>
                <c:pt idx="178">
                  <c:v>41</c:v>
                </c:pt>
                <c:pt idx="179">
                  <c:v>41</c:v>
                </c:pt>
                <c:pt idx="180">
                  <c:v>59</c:v>
                </c:pt>
                <c:pt idx="181">
                  <c:v>43</c:v>
                </c:pt>
                <c:pt idx="182">
                  <c:v>45</c:v>
                </c:pt>
                <c:pt idx="183">
                  <c:v>38</c:v>
                </c:pt>
                <c:pt idx="184">
                  <c:v>37</c:v>
                </c:pt>
                <c:pt idx="185">
                  <c:v>45</c:v>
                </c:pt>
                <c:pt idx="186">
                  <c:v>42</c:v>
                </c:pt>
                <c:pt idx="187">
                  <c:v>57</c:v>
                </c:pt>
                <c:pt idx="188">
                  <c:v>46</c:v>
                </c:pt>
                <c:pt idx="189">
                  <c:v>51</c:v>
                </c:pt>
                <c:pt idx="190">
                  <c:v>41</c:v>
                </c:pt>
                <c:pt idx="191">
                  <c:v>47</c:v>
                </c:pt>
                <c:pt idx="192">
                  <c:v>26</c:v>
                </c:pt>
                <c:pt idx="193">
                  <c:v>35</c:v>
                </c:pt>
                <c:pt idx="194">
                  <c:v>44</c:v>
                </c:pt>
                <c:pt idx="195">
                  <c:v>41</c:v>
                </c:pt>
                <c:pt idx="196">
                  <c:v>42</c:v>
                </c:pt>
                <c:pt idx="197">
                  <c:v>36</c:v>
                </c:pt>
                <c:pt idx="198">
                  <c:v>45</c:v>
                </c:pt>
                <c:pt idx="199">
                  <c:v>45</c:v>
                </c:pt>
                <c:pt idx="200">
                  <c:v>45</c:v>
                </c:pt>
                <c:pt idx="201">
                  <c:v>47</c:v>
                </c:pt>
                <c:pt idx="202">
                  <c:v>38</c:v>
                </c:pt>
                <c:pt idx="203">
                  <c:v>42</c:v>
                </c:pt>
                <c:pt idx="204">
                  <c:v>35</c:v>
                </c:pt>
                <c:pt idx="205">
                  <c:v>36</c:v>
                </c:pt>
                <c:pt idx="206">
                  <c:v>39</c:v>
                </c:pt>
                <c:pt idx="207">
                  <c:v>45</c:v>
                </c:pt>
                <c:pt idx="208">
                  <c:v>43</c:v>
                </c:pt>
                <c:pt idx="209">
                  <c:v>47</c:v>
                </c:pt>
                <c:pt idx="210">
                  <c:v>36</c:v>
                </c:pt>
                <c:pt idx="211">
                  <c:v>41</c:v>
                </c:pt>
                <c:pt idx="212">
                  <c:v>50</c:v>
                </c:pt>
                <c:pt idx="213">
                  <c:v>39</c:v>
                </c:pt>
                <c:pt idx="214">
                  <c:v>41</c:v>
                </c:pt>
                <c:pt idx="215">
                  <c:v>46</c:v>
                </c:pt>
                <c:pt idx="216">
                  <c:v>64</c:v>
                </c:pt>
                <c:pt idx="217">
                  <c:v>45</c:v>
                </c:pt>
                <c:pt idx="218">
                  <c:v>34</c:v>
                </c:pt>
                <c:pt idx="219">
                  <c:v>38</c:v>
                </c:pt>
                <c:pt idx="220">
                  <c:v>44</c:v>
                </c:pt>
                <c:pt idx="221">
                  <c:v>48</c:v>
                </c:pt>
                <c:pt idx="222">
                  <c:v>46</c:v>
                </c:pt>
                <c:pt idx="223">
                  <c:v>44</c:v>
                </c:pt>
                <c:pt idx="224">
                  <c:v>37</c:v>
                </c:pt>
                <c:pt idx="225">
                  <c:v>39</c:v>
                </c:pt>
                <c:pt idx="226">
                  <c:v>44</c:v>
                </c:pt>
                <c:pt idx="227">
                  <c:v>45</c:v>
                </c:pt>
                <c:pt idx="228">
                  <c:v>33</c:v>
                </c:pt>
                <c:pt idx="229">
                  <c:v>44</c:v>
                </c:pt>
                <c:pt idx="230">
                  <c:v>38</c:v>
                </c:pt>
                <c:pt idx="231">
                  <c:v>46</c:v>
                </c:pt>
                <c:pt idx="232">
                  <c:v>46</c:v>
                </c:pt>
                <c:pt idx="233">
                  <c:v>40</c:v>
                </c:pt>
                <c:pt idx="234">
                  <c:v>39</c:v>
                </c:pt>
                <c:pt idx="235">
                  <c:v>44</c:v>
                </c:pt>
                <c:pt idx="236">
                  <c:v>48</c:v>
                </c:pt>
                <c:pt idx="237">
                  <c:v>50</c:v>
                </c:pt>
                <c:pt idx="238">
                  <c:v>41</c:v>
                </c:pt>
                <c:pt idx="239">
                  <c:v>42</c:v>
                </c:pt>
                <c:pt idx="240">
                  <c:v>51</c:v>
                </c:pt>
                <c:pt idx="241">
                  <c:v>41</c:v>
                </c:pt>
                <c:pt idx="242">
                  <c:v>44</c:v>
                </c:pt>
                <c:pt idx="243">
                  <c:v>38</c:v>
                </c:pt>
                <c:pt idx="244">
                  <c:v>68</c:v>
                </c:pt>
                <c:pt idx="245">
                  <c:v>40</c:v>
                </c:pt>
                <c:pt idx="246">
                  <c:v>42</c:v>
                </c:pt>
                <c:pt idx="247">
                  <c:v>51</c:v>
                </c:pt>
                <c:pt idx="248">
                  <c:v>44</c:v>
                </c:pt>
                <c:pt idx="249">
                  <c:v>45</c:v>
                </c:pt>
                <c:pt idx="250">
                  <c:v>36</c:v>
                </c:pt>
                <c:pt idx="251">
                  <c:v>57</c:v>
                </c:pt>
                <c:pt idx="252">
                  <c:v>44</c:v>
                </c:pt>
                <c:pt idx="253">
                  <c:v>42</c:v>
                </c:pt>
                <c:pt idx="254">
                  <c:v>53</c:v>
                </c:pt>
                <c:pt idx="255">
                  <c:v>42</c:v>
                </c:pt>
                <c:pt idx="256">
                  <c:v>34</c:v>
                </c:pt>
                <c:pt idx="257">
                  <c:v>40</c:v>
                </c:pt>
                <c:pt idx="258">
                  <c:v>56</c:v>
                </c:pt>
                <c:pt idx="259">
                  <c:v>44</c:v>
                </c:pt>
                <c:pt idx="260">
                  <c:v>53</c:v>
                </c:pt>
                <c:pt idx="261">
                  <c:v>55</c:v>
                </c:pt>
                <c:pt idx="262">
                  <c:v>39</c:v>
                </c:pt>
                <c:pt idx="263">
                  <c:v>59</c:v>
                </c:pt>
                <c:pt idx="264">
                  <c:v>55</c:v>
                </c:pt>
                <c:pt idx="265">
                  <c:v>73</c:v>
                </c:pt>
                <c:pt idx="266">
                  <c:v>55</c:v>
                </c:pt>
                <c:pt idx="267">
                  <c:v>44</c:v>
                </c:pt>
                <c:pt idx="268">
                  <c:v>43</c:v>
                </c:pt>
                <c:pt idx="269">
                  <c:v>40</c:v>
                </c:pt>
                <c:pt idx="270">
                  <c:v>47</c:v>
                </c:pt>
                <c:pt idx="271">
                  <c:v>51</c:v>
                </c:pt>
                <c:pt idx="272">
                  <c:v>56</c:v>
                </c:pt>
                <c:pt idx="273">
                  <c:v>49</c:v>
                </c:pt>
                <c:pt idx="274">
                  <c:v>54</c:v>
                </c:pt>
                <c:pt idx="275">
                  <c:v>56</c:v>
                </c:pt>
                <c:pt idx="276">
                  <c:v>47</c:v>
                </c:pt>
                <c:pt idx="277">
                  <c:v>44</c:v>
                </c:pt>
                <c:pt idx="278">
                  <c:v>43</c:v>
                </c:pt>
                <c:pt idx="279">
                  <c:v>42</c:v>
                </c:pt>
                <c:pt idx="280">
                  <c:v>45</c:v>
                </c:pt>
                <c:pt idx="281">
                  <c:v>50</c:v>
                </c:pt>
                <c:pt idx="282">
                  <c:v>48</c:v>
                </c:pt>
                <c:pt idx="283">
                  <c:v>43</c:v>
                </c:pt>
                <c:pt idx="284">
                  <c:v>40</c:v>
                </c:pt>
                <c:pt idx="285">
                  <c:v>59</c:v>
                </c:pt>
                <c:pt idx="286">
                  <c:v>41</c:v>
                </c:pt>
                <c:pt idx="287">
                  <c:v>42</c:v>
                </c:pt>
                <c:pt idx="288">
                  <c:v>51</c:v>
                </c:pt>
                <c:pt idx="289">
                  <c:v>49</c:v>
                </c:pt>
                <c:pt idx="290">
                  <c:v>45</c:v>
                </c:pt>
                <c:pt idx="291">
                  <c:v>43</c:v>
                </c:pt>
                <c:pt idx="292">
                  <c:v>42</c:v>
                </c:pt>
                <c:pt idx="293">
                  <c:v>38</c:v>
                </c:pt>
                <c:pt idx="294">
                  <c:v>47</c:v>
                </c:pt>
                <c:pt idx="295">
                  <c:v>38</c:v>
                </c:pt>
                <c:pt idx="296">
                  <c:v>36</c:v>
                </c:pt>
                <c:pt idx="297">
                  <c:v>42</c:v>
                </c:pt>
                <c:pt idx="298">
                  <c:v>35</c:v>
                </c:pt>
                <c:pt idx="299">
                  <c:v>28</c:v>
                </c:pt>
                <c:pt idx="300">
                  <c:v>44</c:v>
                </c:pt>
                <c:pt idx="301">
                  <c:v>36</c:v>
                </c:pt>
                <c:pt idx="302">
                  <c:v>45</c:v>
                </c:pt>
                <c:pt idx="303">
                  <c:v>46</c:v>
                </c:pt>
                <c:pt idx="304">
                  <c:v>48</c:v>
                </c:pt>
                <c:pt idx="305">
                  <c:v>49</c:v>
                </c:pt>
                <c:pt idx="306">
                  <c:v>43</c:v>
                </c:pt>
                <c:pt idx="307">
                  <c:v>42</c:v>
                </c:pt>
                <c:pt idx="308">
                  <c:v>59</c:v>
                </c:pt>
                <c:pt idx="309">
                  <c:v>45</c:v>
                </c:pt>
                <c:pt idx="310">
                  <c:v>52</c:v>
                </c:pt>
                <c:pt idx="311">
                  <c:v>46</c:v>
                </c:pt>
                <c:pt idx="312">
                  <c:v>42</c:v>
                </c:pt>
                <c:pt idx="313">
                  <c:v>40</c:v>
                </c:pt>
                <c:pt idx="314">
                  <c:v>40</c:v>
                </c:pt>
                <c:pt idx="315">
                  <c:v>45</c:v>
                </c:pt>
                <c:pt idx="316">
                  <c:v>35</c:v>
                </c:pt>
                <c:pt idx="317">
                  <c:v>35</c:v>
                </c:pt>
                <c:pt idx="318">
                  <c:v>40</c:v>
                </c:pt>
                <c:pt idx="319">
                  <c:v>39</c:v>
                </c:pt>
                <c:pt idx="320">
                  <c:v>33</c:v>
                </c:pt>
                <c:pt idx="321">
                  <c:v>42</c:v>
                </c:pt>
                <c:pt idx="322">
                  <c:v>47</c:v>
                </c:pt>
                <c:pt idx="323">
                  <c:v>51</c:v>
                </c:pt>
                <c:pt idx="324">
                  <c:v>44</c:v>
                </c:pt>
                <c:pt idx="325">
                  <c:v>40</c:v>
                </c:pt>
                <c:pt idx="326">
                  <c:v>57</c:v>
                </c:pt>
                <c:pt idx="327">
                  <c:v>49</c:v>
                </c:pt>
                <c:pt idx="328">
                  <c:v>45</c:v>
                </c:pt>
                <c:pt idx="329">
                  <c:v>49</c:v>
                </c:pt>
                <c:pt idx="330">
                  <c:v>51</c:v>
                </c:pt>
                <c:pt idx="331">
                  <c:v>46</c:v>
                </c:pt>
                <c:pt idx="332">
                  <c:v>44</c:v>
                </c:pt>
                <c:pt idx="333">
                  <c:v>52</c:v>
                </c:pt>
                <c:pt idx="334">
                  <c:v>45</c:v>
                </c:pt>
                <c:pt idx="335">
                  <c:v>32</c:v>
                </c:pt>
                <c:pt idx="336">
                  <c:v>46</c:v>
                </c:pt>
                <c:pt idx="337">
                  <c:v>41</c:v>
                </c:pt>
                <c:pt idx="338">
                  <c:v>34</c:v>
                </c:pt>
                <c:pt idx="339">
                  <c:v>33</c:v>
                </c:pt>
                <c:pt idx="340">
                  <c:v>36</c:v>
                </c:pt>
                <c:pt idx="341">
                  <c:v>49</c:v>
                </c:pt>
                <c:pt idx="342">
                  <c:v>43</c:v>
                </c:pt>
                <c:pt idx="343">
                  <c:v>43</c:v>
                </c:pt>
                <c:pt idx="344">
                  <c:v>34</c:v>
                </c:pt>
                <c:pt idx="345">
                  <c:v>39</c:v>
                </c:pt>
                <c:pt idx="346">
                  <c:v>35</c:v>
                </c:pt>
                <c:pt idx="347">
                  <c:v>52</c:v>
                </c:pt>
                <c:pt idx="348">
                  <c:v>47</c:v>
                </c:pt>
                <c:pt idx="349">
                  <c:v>52</c:v>
                </c:pt>
                <c:pt idx="350">
                  <c:v>39</c:v>
                </c:pt>
                <c:pt idx="351">
                  <c:v>40</c:v>
                </c:pt>
                <c:pt idx="352">
                  <c:v>42</c:v>
                </c:pt>
                <c:pt idx="353">
                  <c:v>42</c:v>
                </c:pt>
                <c:pt idx="354">
                  <c:v>53</c:v>
                </c:pt>
                <c:pt idx="355">
                  <c:v>39</c:v>
                </c:pt>
                <c:pt idx="356">
                  <c:v>40</c:v>
                </c:pt>
                <c:pt idx="357">
                  <c:v>38</c:v>
                </c:pt>
                <c:pt idx="358">
                  <c:v>44</c:v>
                </c:pt>
                <c:pt idx="359">
                  <c:v>34</c:v>
                </c:pt>
                <c:pt idx="360">
                  <c:v>37</c:v>
                </c:pt>
                <c:pt idx="361">
                  <c:v>52</c:v>
                </c:pt>
                <c:pt idx="362">
                  <c:v>48</c:v>
                </c:pt>
                <c:pt idx="363">
                  <c:v>55</c:v>
                </c:pt>
                <c:pt idx="364">
                  <c:v>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A68-4A32-ABBE-8295C6C65F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48995615"/>
        <c:axId val="448996095"/>
      </c:lineChart>
      <c:dateAx>
        <c:axId val="448995615"/>
        <c:scaling>
          <c:orientation val="minMax"/>
        </c:scaling>
        <c:delete val="0"/>
        <c:axPos val="b"/>
        <c:numFmt formatCode="d/m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8996095"/>
        <c:crosses val="autoZero"/>
        <c:auto val="1"/>
        <c:lblOffset val="100"/>
        <c:baseTimeUnit val="days"/>
      </c:dateAx>
      <c:valAx>
        <c:axId val="4489960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89956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'exponential smooth analysis'!$B$1</c:f>
              <c:strCache>
                <c:ptCount val="1"/>
                <c:pt idx="0">
                  <c:v>Daily sales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'exponential smooth analysis'!$B$2:$B$458</c:f>
              <c:numCache>
                <c:formatCode>General</c:formatCode>
                <c:ptCount val="457"/>
                <c:pt idx="0">
                  <c:v>35</c:v>
                </c:pt>
                <c:pt idx="1">
                  <c:v>32</c:v>
                </c:pt>
                <c:pt idx="2">
                  <c:v>30</c:v>
                </c:pt>
                <c:pt idx="3">
                  <c:v>31</c:v>
                </c:pt>
                <c:pt idx="4">
                  <c:v>44</c:v>
                </c:pt>
                <c:pt idx="5">
                  <c:v>29</c:v>
                </c:pt>
                <c:pt idx="6">
                  <c:v>45</c:v>
                </c:pt>
                <c:pt idx="7">
                  <c:v>43</c:v>
                </c:pt>
                <c:pt idx="8">
                  <c:v>38</c:v>
                </c:pt>
                <c:pt idx="9">
                  <c:v>27</c:v>
                </c:pt>
                <c:pt idx="10">
                  <c:v>38</c:v>
                </c:pt>
                <c:pt idx="11">
                  <c:v>33</c:v>
                </c:pt>
                <c:pt idx="12">
                  <c:v>55</c:v>
                </c:pt>
                <c:pt idx="13">
                  <c:v>47</c:v>
                </c:pt>
                <c:pt idx="14">
                  <c:v>45</c:v>
                </c:pt>
                <c:pt idx="15">
                  <c:v>37</c:v>
                </c:pt>
                <c:pt idx="16">
                  <c:v>50</c:v>
                </c:pt>
                <c:pt idx="17">
                  <c:v>43</c:v>
                </c:pt>
                <c:pt idx="18">
                  <c:v>41</c:v>
                </c:pt>
                <c:pt idx="19">
                  <c:v>52</c:v>
                </c:pt>
                <c:pt idx="20">
                  <c:v>34</c:v>
                </c:pt>
                <c:pt idx="21">
                  <c:v>53</c:v>
                </c:pt>
                <c:pt idx="22">
                  <c:v>39</c:v>
                </c:pt>
                <c:pt idx="23">
                  <c:v>32</c:v>
                </c:pt>
                <c:pt idx="24">
                  <c:v>37</c:v>
                </c:pt>
                <c:pt idx="25">
                  <c:v>43</c:v>
                </c:pt>
                <c:pt idx="26">
                  <c:v>39</c:v>
                </c:pt>
                <c:pt idx="27">
                  <c:v>35</c:v>
                </c:pt>
                <c:pt idx="28">
                  <c:v>44</c:v>
                </c:pt>
                <c:pt idx="29">
                  <c:v>38</c:v>
                </c:pt>
                <c:pt idx="30">
                  <c:v>24</c:v>
                </c:pt>
                <c:pt idx="31">
                  <c:v>23</c:v>
                </c:pt>
                <c:pt idx="32">
                  <c:v>31</c:v>
                </c:pt>
                <c:pt idx="33">
                  <c:v>44</c:v>
                </c:pt>
                <c:pt idx="34">
                  <c:v>38</c:v>
                </c:pt>
                <c:pt idx="35">
                  <c:v>50</c:v>
                </c:pt>
                <c:pt idx="36">
                  <c:v>38</c:v>
                </c:pt>
                <c:pt idx="37">
                  <c:v>51</c:v>
                </c:pt>
                <c:pt idx="38">
                  <c:v>31</c:v>
                </c:pt>
                <c:pt idx="39">
                  <c:v>31</c:v>
                </c:pt>
                <c:pt idx="40">
                  <c:v>51</c:v>
                </c:pt>
                <c:pt idx="41">
                  <c:v>36</c:v>
                </c:pt>
                <c:pt idx="42">
                  <c:v>45</c:v>
                </c:pt>
                <c:pt idx="43">
                  <c:v>51</c:v>
                </c:pt>
                <c:pt idx="44">
                  <c:v>34</c:v>
                </c:pt>
                <c:pt idx="45">
                  <c:v>52</c:v>
                </c:pt>
                <c:pt idx="46">
                  <c:v>47</c:v>
                </c:pt>
                <c:pt idx="47">
                  <c:v>45</c:v>
                </c:pt>
                <c:pt idx="48">
                  <c:v>46</c:v>
                </c:pt>
                <c:pt idx="49">
                  <c:v>39</c:v>
                </c:pt>
                <c:pt idx="50">
                  <c:v>48</c:v>
                </c:pt>
                <c:pt idx="51">
                  <c:v>37</c:v>
                </c:pt>
                <c:pt idx="52">
                  <c:v>35</c:v>
                </c:pt>
                <c:pt idx="53">
                  <c:v>52</c:v>
                </c:pt>
                <c:pt idx="54">
                  <c:v>42</c:v>
                </c:pt>
                <c:pt idx="55">
                  <c:v>45</c:v>
                </c:pt>
                <c:pt idx="56">
                  <c:v>39</c:v>
                </c:pt>
                <c:pt idx="57">
                  <c:v>37</c:v>
                </c:pt>
                <c:pt idx="58">
                  <c:v>30</c:v>
                </c:pt>
                <c:pt idx="59">
                  <c:v>35</c:v>
                </c:pt>
                <c:pt idx="60">
                  <c:v>28</c:v>
                </c:pt>
                <c:pt idx="61">
                  <c:v>45</c:v>
                </c:pt>
                <c:pt idx="62">
                  <c:v>34</c:v>
                </c:pt>
                <c:pt idx="63">
                  <c:v>36</c:v>
                </c:pt>
                <c:pt idx="64">
                  <c:v>50</c:v>
                </c:pt>
                <c:pt idx="65">
                  <c:v>44</c:v>
                </c:pt>
                <c:pt idx="66">
                  <c:v>39</c:v>
                </c:pt>
                <c:pt idx="67">
                  <c:v>32</c:v>
                </c:pt>
                <c:pt idx="68">
                  <c:v>39</c:v>
                </c:pt>
                <c:pt idx="69">
                  <c:v>45</c:v>
                </c:pt>
                <c:pt idx="70">
                  <c:v>43</c:v>
                </c:pt>
                <c:pt idx="71">
                  <c:v>39</c:v>
                </c:pt>
                <c:pt idx="72">
                  <c:v>31</c:v>
                </c:pt>
                <c:pt idx="73">
                  <c:v>27</c:v>
                </c:pt>
                <c:pt idx="74">
                  <c:v>30</c:v>
                </c:pt>
                <c:pt idx="75">
                  <c:v>42</c:v>
                </c:pt>
                <c:pt idx="76">
                  <c:v>46</c:v>
                </c:pt>
                <c:pt idx="77">
                  <c:v>41</c:v>
                </c:pt>
                <c:pt idx="78">
                  <c:v>36</c:v>
                </c:pt>
                <c:pt idx="79">
                  <c:v>45</c:v>
                </c:pt>
                <c:pt idx="80">
                  <c:v>46</c:v>
                </c:pt>
                <c:pt idx="81">
                  <c:v>43</c:v>
                </c:pt>
                <c:pt idx="82">
                  <c:v>38</c:v>
                </c:pt>
                <c:pt idx="83">
                  <c:v>34</c:v>
                </c:pt>
                <c:pt idx="84">
                  <c:v>35</c:v>
                </c:pt>
                <c:pt idx="85">
                  <c:v>56</c:v>
                </c:pt>
                <c:pt idx="86">
                  <c:v>36</c:v>
                </c:pt>
                <c:pt idx="87">
                  <c:v>32</c:v>
                </c:pt>
                <c:pt idx="88">
                  <c:v>50</c:v>
                </c:pt>
                <c:pt idx="89">
                  <c:v>41</c:v>
                </c:pt>
                <c:pt idx="90">
                  <c:v>39</c:v>
                </c:pt>
                <c:pt idx="91">
                  <c:v>41</c:v>
                </c:pt>
                <c:pt idx="92">
                  <c:v>47</c:v>
                </c:pt>
                <c:pt idx="93">
                  <c:v>34</c:v>
                </c:pt>
                <c:pt idx="94">
                  <c:v>36</c:v>
                </c:pt>
                <c:pt idx="95">
                  <c:v>33</c:v>
                </c:pt>
                <c:pt idx="96">
                  <c:v>35</c:v>
                </c:pt>
                <c:pt idx="97">
                  <c:v>38</c:v>
                </c:pt>
                <c:pt idx="98">
                  <c:v>38</c:v>
                </c:pt>
                <c:pt idx="99">
                  <c:v>34</c:v>
                </c:pt>
                <c:pt idx="100">
                  <c:v>53</c:v>
                </c:pt>
                <c:pt idx="101">
                  <c:v>34</c:v>
                </c:pt>
                <c:pt idx="102">
                  <c:v>34</c:v>
                </c:pt>
                <c:pt idx="103">
                  <c:v>38</c:v>
                </c:pt>
                <c:pt idx="104">
                  <c:v>35</c:v>
                </c:pt>
                <c:pt idx="105">
                  <c:v>32</c:v>
                </c:pt>
                <c:pt idx="106">
                  <c:v>42</c:v>
                </c:pt>
                <c:pt idx="107">
                  <c:v>34</c:v>
                </c:pt>
                <c:pt idx="108">
                  <c:v>46</c:v>
                </c:pt>
                <c:pt idx="109">
                  <c:v>30</c:v>
                </c:pt>
                <c:pt idx="110">
                  <c:v>46</c:v>
                </c:pt>
                <c:pt idx="111">
                  <c:v>45</c:v>
                </c:pt>
                <c:pt idx="112">
                  <c:v>54</c:v>
                </c:pt>
                <c:pt idx="113">
                  <c:v>34</c:v>
                </c:pt>
                <c:pt idx="114">
                  <c:v>37</c:v>
                </c:pt>
                <c:pt idx="115">
                  <c:v>35</c:v>
                </c:pt>
                <c:pt idx="116">
                  <c:v>40</c:v>
                </c:pt>
                <c:pt idx="117">
                  <c:v>42</c:v>
                </c:pt>
                <c:pt idx="118">
                  <c:v>58</c:v>
                </c:pt>
                <c:pt idx="119">
                  <c:v>51</c:v>
                </c:pt>
                <c:pt idx="120">
                  <c:v>32</c:v>
                </c:pt>
                <c:pt idx="121">
                  <c:v>35</c:v>
                </c:pt>
                <c:pt idx="122">
                  <c:v>38</c:v>
                </c:pt>
                <c:pt idx="123">
                  <c:v>33</c:v>
                </c:pt>
                <c:pt idx="124">
                  <c:v>39</c:v>
                </c:pt>
                <c:pt idx="125">
                  <c:v>47</c:v>
                </c:pt>
                <c:pt idx="126">
                  <c:v>38</c:v>
                </c:pt>
                <c:pt idx="127">
                  <c:v>52</c:v>
                </c:pt>
                <c:pt idx="128">
                  <c:v>30</c:v>
                </c:pt>
                <c:pt idx="129">
                  <c:v>34</c:v>
                </c:pt>
                <c:pt idx="130">
                  <c:v>40</c:v>
                </c:pt>
                <c:pt idx="131">
                  <c:v>35</c:v>
                </c:pt>
                <c:pt idx="132">
                  <c:v>42</c:v>
                </c:pt>
                <c:pt idx="133">
                  <c:v>41</c:v>
                </c:pt>
                <c:pt idx="134">
                  <c:v>42</c:v>
                </c:pt>
                <c:pt idx="135">
                  <c:v>38</c:v>
                </c:pt>
                <c:pt idx="136">
                  <c:v>24</c:v>
                </c:pt>
                <c:pt idx="137">
                  <c:v>34</c:v>
                </c:pt>
                <c:pt idx="138">
                  <c:v>43</c:v>
                </c:pt>
                <c:pt idx="139">
                  <c:v>36</c:v>
                </c:pt>
                <c:pt idx="140">
                  <c:v>55</c:v>
                </c:pt>
                <c:pt idx="141">
                  <c:v>41</c:v>
                </c:pt>
                <c:pt idx="142">
                  <c:v>45</c:v>
                </c:pt>
                <c:pt idx="143">
                  <c:v>41</c:v>
                </c:pt>
                <c:pt idx="144">
                  <c:v>37</c:v>
                </c:pt>
                <c:pt idx="145">
                  <c:v>43</c:v>
                </c:pt>
                <c:pt idx="146">
                  <c:v>39</c:v>
                </c:pt>
                <c:pt idx="147">
                  <c:v>33</c:v>
                </c:pt>
                <c:pt idx="148">
                  <c:v>43</c:v>
                </c:pt>
                <c:pt idx="149">
                  <c:v>40</c:v>
                </c:pt>
                <c:pt idx="150">
                  <c:v>38</c:v>
                </c:pt>
                <c:pt idx="151">
                  <c:v>45</c:v>
                </c:pt>
                <c:pt idx="152">
                  <c:v>46</c:v>
                </c:pt>
                <c:pt idx="153">
                  <c:v>34</c:v>
                </c:pt>
                <c:pt idx="154">
                  <c:v>35</c:v>
                </c:pt>
                <c:pt idx="155">
                  <c:v>48</c:v>
                </c:pt>
                <c:pt idx="156">
                  <c:v>51</c:v>
                </c:pt>
                <c:pt idx="157">
                  <c:v>36</c:v>
                </c:pt>
                <c:pt idx="158">
                  <c:v>33</c:v>
                </c:pt>
                <c:pt idx="159">
                  <c:v>46</c:v>
                </c:pt>
                <c:pt idx="160">
                  <c:v>42</c:v>
                </c:pt>
                <c:pt idx="161">
                  <c:v>48</c:v>
                </c:pt>
                <c:pt idx="162">
                  <c:v>34</c:v>
                </c:pt>
                <c:pt idx="163">
                  <c:v>41</c:v>
                </c:pt>
                <c:pt idx="164">
                  <c:v>35</c:v>
                </c:pt>
                <c:pt idx="165">
                  <c:v>40</c:v>
                </c:pt>
                <c:pt idx="166">
                  <c:v>34</c:v>
                </c:pt>
                <c:pt idx="167">
                  <c:v>30</c:v>
                </c:pt>
                <c:pt idx="168">
                  <c:v>36</c:v>
                </c:pt>
                <c:pt idx="169">
                  <c:v>40</c:v>
                </c:pt>
                <c:pt idx="170">
                  <c:v>39</c:v>
                </c:pt>
                <c:pt idx="171">
                  <c:v>45</c:v>
                </c:pt>
                <c:pt idx="172">
                  <c:v>38</c:v>
                </c:pt>
                <c:pt idx="173">
                  <c:v>47</c:v>
                </c:pt>
                <c:pt idx="174">
                  <c:v>33</c:v>
                </c:pt>
                <c:pt idx="175">
                  <c:v>30</c:v>
                </c:pt>
                <c:pt idx="176">
                  <c:v>42</c:v>
                </c:pt>
                <c:pt idx="177">
                  <c:v>43</c:v>
                </c:pt>
                <c:pt idx="178">
                  <c:v>41</c:v>
                </c:pt>
                <c:pt idx="179">
                  <c:v>41</c:v>
                </c:pt>
                <c:pt idx="180">
                  <c:v>59</c:v>
                </c:pt>
                <c:pt idx="181">
                  <c:v>43</c:v>
                </c:pt>
                <c:pt idx="182">
                  <c:v>45</c:v>
                </c:pt>
                <c:pt idx="183">
                  <c:v>38</c:v>
                </c:pt>
                <c:pt idx="184">
                  <c:v>37</c:v>
                </c:pt>
                <c:pt idx="185">
                  <c:v>45</c:v>
                </c:pt>
                <c:pt idx="186">
                  <c:v>42</c:v>
                </c:pt>
                <c:pt idx="187">
                  <c:v>57</c:v>
                </c:pt>
                <c:pt idx="188">
                  <c:v>46</c:v>
                </c:pt>
                <c:pt idx="189">
                  <c:v>51</c:v>
                </c:pt>
                <c:pt idx="190">
                  <c:v>41</c:v>
                </c:pt>
                <c:pt idx="191">
                  <c:v>47</c:v>
                </c:pt>
                <c:pt idx="192">
                  <c:v>26</c:v>
                </c:pt>
                <c:pt idx="193">
                  <c:v>35</c:v>
                </c:pt>
                <c:pt idx="194">
                  <c:v>44</c:v>
                </c:pt>
                <c:pt idx="195">
                  <c:v>41</c:v>
                </c:pt>
                <c:pt idx="196">
                  <c:v>42</c:v>
                </c:pt>
                <c:pt idx="197">
                  <c:v>36</c:v>
                </c:pt>
                <c:pt idx="198">
                  <c:v>45</c:v>
                </c:pt>
                <c:pt idx="199">
                  <c:v>45</c:v>
                </c:pt>
                <c:pt idx="200">
                  <c:v>45</c:v>
                </c:pt>
                <c:pt idx="201">
                  <c:v>47</c:v>
                </c:pt>
                <c:pt idx="202">
                  <c:v>38</c:v>
                </c:pt>
                <c:pt idx="203">
                  <c:v>42</c:v>
                </c:pt>
                <c:pt idx="204">
                  <c:v>35</c:v>
                </c:pt>
                <c:pt idx="205">
                  <c:v>36</c:v>
                </c:pt>
                <c:pt idx="206">
                  <c:v>39</c:v>
                </c:pt>
                <c:pt idx="207">
                  <c:v>45</c:v>
                </c:pt>
                <c:pt idx="208">
                  <c:v>43</c:v>
                </c:pt>
                <c:pt idx="209">
                  <c:v>47</c:v>
                </c:pt>
                <c:pt idx="210">
                  <c:v>36</c:v>
                </c:pt>
                <c:pt idx="211">
                  <c:v>41</c:v>
                </c:pt>
                <c:pt idx="212">
                  <c:v>50</c:v>
                </c:pt>
                <c:pt idx="213">
                  <c:v>39</c:v>
                </c:pt>
                <c:pt idx="214">
                  <c:v>41</c:v>
                </c:pt>
                <c:pt idx="215">
                  <c:v>46</c:v>
                </c:pt>
                <c:pt idx="216">
                  <c:v>64</c:v>
                </c:pt>
                <c:pt idx="217">
                  <c:v>45</c:v>
                </c:pt>
                <c:pt idx="218">
                  <c:v>34</c:v>
                </c:pt>
                <c:pt idx="219">
                  <c:v>38</c:v>
                </c:pt>
                <c:pt idx="220">
                  <c:v>44</c:v>
                </c:pt>
                <c:pt idx="221">
                  <c:v>48</c:v>
                </c:pt>
                <c:pt idx="222">
                  <c:v>46</c:v>
                </c:pt>
                <c:pt idx="223">
                  <c:v>44</c:v>
                </c:pt>
                <c:pt idx="224">
                  <c:v>37</c:v>
                </c:pt>
                <c:pt idx="225">
                  <c:v>39</c:v>
                </c:pt>
                <c:pt idx="226">
                  <c:v>44</c:v>
                </c:pt>
                <c:pt idx="227">
                  <c:v>45</c:v>
                </c:pt>
                <c:pt idx="228">
                  <c:v>33</c:v>
                </c:pt>
                <c:pt idx="229">
                  <c:v>44</c:v>
                </c:pt>
                <c:pt idx="230">
                  <c:v>38</c:v>
                </c:pt>
                <c:pt idx="231">
                  <c:v>46</c:v>
                </c:pt>
                <c:pt idx="232">
                  <c:v>46</c:v>
                </c:pt>
                <c:pt idx="233">
                  <c:v>40</c:v>
                </c:pt>
                <c:pt idx="234">
                  <c:v>39</c:v>
                </c:pt>
                <c:pt idx="235">
                  <c:v>44</c:v>
                </c:pt>
                <c:pt idx="236">
                  <c:v>48</c:v>
                </c:pt>
                <c:pt idx="237">
                  <c:v>50</c:v>
                </c:pt>
                <c:pt idx="238">
                  <c:v>41</c:v>
                </c:pt>
                <c:pt idx="239">
                  <c:v>42</c:v>
                </c:pt>
                <c:pt idx="240">
                  <c:v>51</c:v>
                </c:pt>
                <c:pt idx="241">
                  <c:v>41</c:v>
                </c:pt>
                <c:pt idx="242">
                  <c:v>44</c:v>
                </c:pt>
                <c:pt idx="243">
                  <c:v>38</c:v>
                </c:pt>
                <c:pt idx="244">
                  <c:v>68</c:v>
                </c:pt>
                <c:pt idx="245">
                  <c:v>40</c:v>
                </c:pt>
                <c:pt idx="246">
                  <c:v>42</c:v>
                </c:pt>
                <c:pt idx="247">
                  <c:v>51</c:v>
                </c:pt>
                <c:pt idx="248">
                  <c:v>44</c:v>
                </c:pt>
                <c:pt idx="249">
                  <c:v>45</c:v>
                </c:pt>
                <c:pt idx="250">
                  <c:v>36</c:v>
                </c:pt>
                <c:pt idx="251">
                  <c:v>57</c:v>
                </c:pt>
                <c:pt idx="252">
                  <c:v>44</c:v>
                </c:pt>
                <c:pt idx="253">
                  <c:v>42</c:v>
                </c:pt>
                <c:pt idx="254">
                  <c:v>53</c:v>
                </c:pt>
                <c:pt idx="255">
                  <c:v>42</c:v>
                </c:pt>
                <c:pt idx="256">
                  <c:v>34</c:v>
                </c:pt>
                <c:pt idx="257">
                  <c:v>40</c:v>
                </c:pt>
                <c:pt idx="258">
                  <c:v>56</c:v>
                </c:pt>
                <c:pt idx="259">
                  <c:v>44</c:v>
                </c:pt>
                <c:pt idx="260">
                  <c:v>53</c:v>
                </c:pt>
                <c:pt idx="261">
                  <c:v>55</c:v>
                </c:pt>
                <c:pt idx="262">
                  <c:v>39</c:v>
                </c:pt>
                <c:pt idx="263">
                  <c:v>59</c:v>
                </c:pt>
                <c:pt idx="264">
                  <c:v>55</c:v>
                </c:pt>
                <c:pt idx="265">
                  <c:v>73</c:v>
                </c:pt>
                <c:pt idx="266">
                  <c:v>55</c:v>
                </c:pt>
                <c:pt idx="267">
                  <c:v>44</c:v>
                </c:pt>
                <c:pt idx="268">
                  <c:v>43</c:v>
                </c:pt>
                <c:pt idx="269">
                  <c:v>40</c:v>
                </c:pt>
                <c:pt idx="270">
                  <c:v>47</c:v>
                </c:pt>
                <c:pt idx="271">
                  <c:v>51</c:v>
                </c:pt>
                <c:pt idx="272">
                  <c:v>56</c:v>
                </c:pt>
                <c:pt idx="273">
                  <c:v>49</c:v>
                </c:pt>
                <c:pt idx="274">
                  <c:v>54</c:v>
                </c:pt>
                <c:pt idx="275">
                  <c:v>56</c:v>
                </c:pt>
                <c:pt idx="276">
                  <c:v>47</c:v>
                </c:pt>
                <c:pt idx="277">
                  <c:v>44</c:v>
                </c:pt>
                <c:pt idx="278">
                  <c:v>43</c:v>
                </c:pt>
                <c:pt idx="279">
                  <c:v>42</c:v>
                </c:pt>
                <c:pt idx="280">
                  <c:v>45</c:v>
                </c:pt>
                <c:pt idx="281">
                  <c:v>50</c:v>
                </c:pt>
                <c:pt idx="282">
                  <c:v>48</c:v>
                </c:pt>
                <c:pt idx="283">
                  <c:v>43</c:v>
                </c:pt>
                <c:pt idx="284">
                  <c:v>40</c:v>
                </c:pt>
                <c:pt idx="285">
                  <c:v>59</c:v>
                </c:pt>
                <c:pt idx="286">
                  <c:v>41</c:v>
                </c:pt>
                <c:pt idx="287">
                  <c:v>42</c:v>
                </c:pt>
                <c:pt idx="288">
                  <c:v>51</c:v>
                </c:pt>
                <c:pt idx="289">
                  <c:v>49</c:v>
                </c:pt>
                <c:pt idx="290">
                  <c:v>45</c:v>
                </c:pt>
                <c:pt idx="291">
                  <c:v>43</c:v>
                </c:pt>
                <c:pt idx="292">
                  <c:v>42</c:v>
                </c:pt>
                <c:pt idx="293">
                  <c:v>38</c:v>
                </c:pt>
                <c:pt idx="294">
                  <c:v>47</c:v>
                </c:pt>
                <c:pt idx="295">
                  <c:v>38</c:v>
                </c:pt>
                <c:pt idx="296">
                  <c:v>36</c:v>
                </c:pt>
                <c:pt idx="297">
                  <c:v>42</c:v>
                </c:pt>
                <c:pt idx="298">
                  <c:v>35</c:v>
                </c:pt>
                <c:pt idx="299">
                  <c:v>28</c:v>
                </c:pt>
                <c:pt idx="300">
                  <c:v>44</c:v>
                </c:pt>
                <c:pt idx="301">
                  <c:v>36</c:v>
                </c:pt>
                <c:pt idx="302">
                  <c:v>45</c:v>
                </c:pt>
                <c:pt idx="303">
                  <c:v>46</c:v>
                </c:pt>
                <c:pt idx="304">
                  <c:v>48</c:v>
                </c:pt>
                <c:pt idx="305">
                  <c:v>49</c:v>
                </c:pt>
                <c:pt idx="306">
                  <c:v>43</c:v>
                </c:pt>
                <c:pt idx="307">
                  <c:v>42</c:v>
                </c:pt>
                <c:pt idx="308">
                  <c:v>59</c:v>
                </c:pt>
                <c:pt idx="309">
                  <c:v>45</c:v>
                </c:pt>
                <c:pt idx="310">
                  <c:v>52</c:v>
                </c:pt>
                <c:pt idx="311">
                  <c:v>46</c:v>
                </c:pt>
                <c:pt idx="312">
                  <c:v>42</c:v>
                </c:pt>
                <c:pt idx="313">
                  <c:v>40</c:v>
                </c:pt>
                <c:pt idx="314">
                  <c:v>40</c:v>
                </c:pt>
                <c:pt idx="315">
                  <c:v>45</c:v>
                </c:pt>
                <c:pt idx="316">
                  <c:v>35</c:v>
                </c:pt>
                <c:pt idx="317">
                  <c:v>35</c:v>
                </c:pt>
                <c:pt idx="318">
                  <c:v>40</c:v>
                </c:pt>
                <c:pt idx="319">
                  <c:v>39</c:v>
                </c:pt>
                <c:pt idx="320">
                  <c:v>33</c:v>
                </c:pt>
                <c:pt idx="321">
                  <c:v>42</c:v>
                </c:pt>
                <c:pt idx="322">
                  <c:v>47</c:v>
                </c:pt>
                <c:pt idx="323">
                  <c:v>51</c:v>
                </c:pt>
                <c:pt idx="324">
                  <c:v>44</c:v>
                </c:pt>
                <c:pt idx="325">
                  <c:v>40</c:v>
                </c:pt>
                <c:pt idx="326">
                  <c:v>57</c:v>
                </c:pt>
                <c:pt idx="327">
                  <c:v>49</c:v>
                </c:pt>
                <c:pt idx="328">
                  <c:v>45</c:v>
                </c:pt>
                <c:pt idx="329">
                  <c:v>49</c:v>
                </c:pt>
                <c:pt idx="330">
                  <c:v>51</c:v>
                </c:pt>
                <c:pt idx="331">
                  <c:v>46</c:v>
                </c:pt>
                <c:pt idx="332">
                  <c:v>44</c:v>
                </c:pt>
                <c:pt idx="333">
                  <c:v>52</c:v>
                </c:pt>
                <c:pt idx="334">
                  <c:v>45</c:v>
                </c:pt>
                <c:pt idx="335">
                  <c:v>32</c:v>
                </c:pt>
                <c:pt idx="336">
                  <c:v>46</c:v>
                </c:pt>
                <c:pt idx="337">
                  <c:v>41</c:v>
                </c:pt>
                <c:pt idx="338">
                  <c:v>34</c:v>
                </c:pt>
                <c:pt idx="339">
                  <c:v>33</c:v>
                </c:pt>
                <c:pt idx="340">
                  <c:v>36</c:v>
                </c:pt>
                <c:pt idx="341">
                  <c:v>49</c:v>
                </c:pt>
                <c:pt idx="342">
                  <c:v>43</c:v>
                </c:pt>
                <c:pt idx="343">
                  <c:v>43</c:v>
                </c:pt>
                <c:pt idx="344">
                  <c:v>34</c:v>
                </c:pt>
                <c:pt idx="345">
                  <c:v>39</c:v>
                </c:pt>
                <c:pt idx="346">
                  <c:v>35</c:v>
                </c:pt>
                <c:pt idx="347">
                  <c:v>52</c:v>
                </c:pt>
                <c:pt idx="348">
                  <c:v>47</c:v>
                </c:pt>
                <c:pt idx="349">
                  <c:v>52</c:v>
                </c:pt>
                <c:pt idx="350">
                  <c:v>39</c:v>
                </c:pt>
                <c:pt idx="351">
                  <c:v>40</c:v>
                </c:pt>
                <c:pt idx="352">
                  <c:v>42</c:v>
                </c:pt>
                <c:pt idx="353">
                  <c:v>42</c:v>
                </c:pt>
                <c:pt idx="354">
                  <c:v>53</c:v>
                </c:pt>
                <c:pt idx="355">
                  <c:v>39</c:v>
                </c:pt>
                <c:pt idx="356">
                  <c:v>40</c:v>
                </c:pt>
                <c:pt idx="357">
                  <c:v>38</c:v>
                </c:pt>
                <c:pt idx="358">
                  <c:v>44</c:v>
                </c:pt>
                <c:pt idx="359">
                  <c:v>34</c:v>
                </c:pt>
                <c:pt idx="360">
                  <c:v>37</c:v>
                </c:pt>
                <c:pt idx="361">
                  <c:v>52</c:v>
                </c:pt>
                <c:pt idx="362">
                  <c:v>48</c:v>
                </c:pt>
                <c:pt idx="363">
                  <c:v>55</c:v>
                </c:pt>
                <c:pt idx="364">
                  <c:v>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132-466B-AAD3-CC4CACB1EE8F}"/>
            </c:ext>
          </c:extLst>
        </c:ser>
        <c:ser>
          <c:idx val="1"/>
          <c:order val="1"/>
          <c:tx>
            <c:strRef>
              <c:f>'exponential smooth analysis'!$C$1</c:f>
              <c:strCache>
                <c:ptCount val="1"/>
                <c:pt idx="0">
                  <c:v>Forecast(Daily sales)</c:v>
                </c:pt>
              </c:strCache>
            </c:strRef>
          </c:tx>
          <c:spPr>
            <a:ln w="254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'exponential smooth analysis'!$A$2:$A$458</c:f>
              <c:numCache>
                <c:formatCode>d/m/yyyy</c:formatCode>
                <c:ptCount val="457"/>
                <c:pt idx="0">
                  <c:v>21551</c:v>
                </c:pt>
                <c:pt idx="1">
                  <c:v>21552</c:v>
                </c:pt>
                <c:pt idx="2">
                  <c:v>21553</c:v>
                </c:pt>
                <c:pt idx="3">
                  <c:v>21554</c:v>
                </c:pt>
                <c:pt idx="4">
                  <c:v>21555</c:v>
                </c:pt>
                <c:pt idx="5">
                  <c:v>21556</c:v>
                </c:pt>
                <c:pt idx="6">
                  <c:v>21557</c:v>
                </c:pt>
                <c:pt idx="7">
                  <c:v>21558</c:v>
                </c:pt>
                <c:pt idx="8">
                  <c:v>21559</c:v>
                </c:pt>
                <c:pt idx="9">
                  <c:v>21560</c:v>
                </c:pt>
                <c:pt idx="10">
                  <c:v>21561</c:v>
                </c:pt>
                <c:pt idx="11">
                  <c:v>21562</c:v>
                </c:pt>
                <c:pt idx="12">
                  <c:v>21563</c:v>
                </c:pt>
                <c:pt idx="13">
                  <c:v>21564</c:v>
                </c:pt>
                <c:pt idx="14">
                  <c:v>21565</c:v>
                </c:pt>
                <c:pt idx="15">
                  <c:v>21566</c:v>
                </c:pt>
                <c:pt idx="16">
                  <c:v>21567</c:v>
                </c:pt>
                <c:pt idx="17">
                  <c:v>21568</c:v>
                </c:pt>
                <c:pt idx="18">
                  <c:v>21569</c:v>
                </c:pt>
                <c:pt idx="19">
                  <c:v>21570</c:v>
                </c:pt>
                <c:pt idx="20">
                  <c:v>21571</c:v>
                </c:pt>
                <c:pt idx="21">
                  <c:v>21572</c:v>
                </c:pt>
                <c:pt idx="22">
                  <c:v>21573</c:v>
                </c:pt>
                <c:pt idx="23">
                  <c:v>21574</c:v>
                </c:pt>
                <c:pt idx="24">
                  <c:v>21575</c:v>
                </c:pt>
                <c:pt idx="25">
                  <c:v>21576</c:v>
                </c:pt>
                <c:pt idx="26">
                  <c:v>21577</c:v>
                </c:pt>
                <c:pt idx="27">
                  <c:v>21578</c:v>
                </c:pt>
                <c:pt idx="28">
                  <c:v>21579</c:v>
                </c:pt>
                <c:pt idx="29">
                  <c:v>21580</c:v>
                </c:pt>
                <c:pt idx="30">
                  <c:v>21581</c:v>
                </c:pt>
                <c:pt idx="31">
                  <c:v>21582</c:v>
                </c:pt>
                <c:pt idx="32">
                  <c:v>21583</c:v>
                </c:pt>
                <c:pt idx="33">
                  <c:v>21584</c:v>
                </c:pt>
                <c:pt idx="34">
                  <c:v>21585</c:v>
                </c:pt>
                <c:pt idx="35">
                  <c:v>21586</c:v>
                </c:pt>
                <c:pt idx="36">
                  <c:v>21587</c:v>
                </c:pt>
                <c:pt idx="37">
                  <c:v>21588</c:v>
                </c:pt>
                <c:pt idx="38">
                  <c:v>21589</c:v>
                </c:pt>
                <c:pt idx="39">
                  <c:v>21590</c:v>
                </c:pt>
                <c:pt idx="40">
                  <c:v>21591</c:v>
                </c:pt>
                <c:pt idx="41">
                  <c:v>21592</c:v>
                </c:pt>
                <c:pt idx="42">
                  <c:v>21593</c:v>
                </c:pt>
                <c:pt idx="43">
                  <c:v>21594</c:v>
                </c:pt>
                <c:pt idx="44">
                  <c:v>21595</c:v>
                </c:pt>
                <c:pt idx="45">
                  <c:v>21596</c:v>
                </c:pt>
                <c:pt idx="46">
                  <c:v>21597</c:v>
                </c:pt>
                <c:pt idx="47">
                  <c:v>21598</c:v>
                </c:pt>
                <c:pt idx="48">
                  <c:v>21599</c:v>
                </c:pt>
                <c:pt idx="49">
                  <c:v>21600</c:v>
                </c:pt>
                <c:pt idx="50">
                  <c:v>21601</c:v>
                </c:pt>
                <c:pt idx="51">
                  <c:v>21602</c:v>
                </c:pt>
                <c:pt idx="52">
                  <c:v>21603</c:v>
                </c:pt>
                <c:pt idx="53">
                  <c:v>21604</c:v>
                </c:pt>
                <c:pt idx="54">
                  <c:v>21605</c:v>
                </c:pt>
                <c:pt idx="55">
                  <c:v>21606</c:v>
                </c:pt>
                <c:pt idx="56">
                  <c:v>21607</c:v>
                </c:pt>
                <c:pt idx="57">
                  <c:v>21608</c:v>
                </c:pt>
                <c:pt idx="58">
                  <c:v>21609</c:v>
                </c:pt>
                <c:pt idx="59">
                  <c:v>21610</c:v>
                </c:pt>
                <c:pt idx="60">
                  <c:v>21611</c:v>
                </c:pt>
                <c:pt idx="61">
                  <c:v>21612</c:v>
                </c:pt>
                <c:pt idx="62">
                  <c:v>21613</c:v>
                </c:pt>
                <c:pt idx="63">
                  <c:v>21614</c:v>
                </c:pt>
                <c:pt idx="64">
                  <c:v>21615</c:v>
                </c:pt>
                <c:pt idx="65">
                  <c:v>21616</c:v>
                </c:pt>
                <c:pt idx="66">
                  <c:v>21617</c:v>
                </c:pt>
                <c:pt idx="67">
                  <c:v>21618</c:v>
                </c:pt>
                <c:pt idx="68">
                  <c:v>21619</c:v>
                </c:pt>
                <c:pt idx="69">
                  <c:v>21620</c:v>
                </c:pt>
                <c:pt idx="70">
                  <c:v>21621</c:v>
                </c:pt>
                <c:pt idx="71">
                  <c:v>21622</c:v>
                </c:pt>
                <c:pt idx="72">
                  <c:v>21623</c:v>
                </c:pt>
                <c:pt idx="73">
                  <c:v>21624</c:v>
                </c:pt>
                <c:pt idx="74">
                  <c:v>21625</c:v>
                </c:pt>
                <c:pt idx="75">
                  <c:v>21626</c:v>
                </c:pt>
                <c:pt idx="76">
                  <c:v>21627</c:v>
                </c:pt>
                <c:pt idx="77">
                  <c:v>21628</c:v>
                </c:pt>
                <c:pt idx="78">
                  <c:v>21629</c:v>
                </c:pt>
                <c:pt idx="79">
                  <c:v>21630</c:v>
                </c:pt>
                <c:pt idx="80">
                  <c:v>21631</c:v>
                </c:pt>
                <c:pt idx="81">
                  <c:v>21632</c:v>
                </c:pt>
                <c:pt idx="82">
                  <c:v>21633</c:v>
                </c:pt>
                <c:pt idx="83">
                  <c:v>21634</c:v>
                </c:pt>
                <c:pt idx="84">
                  <c:v>21635</c:v>
                </c:pt>
                <c:pt idx="85">
                  <c:v>21636</c:v>
                </c:pt>
                <c:pt idx="86">
                  <c:v>21637</c:v>
                </c:pt>
                <c:pt idx="87">
                  <c:v>21638</c:v>
                </c:pt>
                <c:pt idx="88">
                  <c:v>21639</c:v>
                </c:pt>
                <c:pt idx="89">
                  <c:v>21640</c:v>
                </c:pt>
                <c:pt idx="90">
                  <c:v>21641</c:v>
                </c:pt>
                <c:pt idx="91">
                  <c:v>21642</c:v>
                </c:pt>
                <c:pt idx="92">
                  <c:v>21643</c:v>
                </c:pt>
                <c:pt idx="93">
                  <c:v>21644</c:v>
                </c:pt>
                <c:pt idx="94">
                  <c:v>21645</c:v>
                </c:pt>
                <c:pt idx="95">
                  <c:v>21646</c:v>
                </c:pt>
                <c:pt idx="96">
                  <c:v>21647</c:v>
                </c:pt>
                <c:pt idx="97">
                  <c:v>21648</c:v>
                </c:pt>
                <c:pt idx="98">
                  <c:v>21649</c:v>
                </c:pt>
                <c:pt idx="99">
                  <c:v>21650</c:v>
                </c:pt>
                <c:pt idx="100">
                  <c:v>21651</c:v>
                </c:pt>
                <c:pt idx="101">
                  <c:v>21652</c:v>
                </c:pt>
                <c:pt idx="102">
                  <c:v>21653</c:v>
                </c:pt>
                <c:pt idx="103">
                  <c:v>21654</c:v>
                </c:pt>
                <c:pt idx="104">
                  <c:v>21655</c:v>
                </c:pt>
                <c:pt idx="105">
                  <c:v>21656</c:v>
                </c:pt>
                <c:pt idx="106">
                  <c:v>21657</c:v>
                </c:pt>
                <c:pt idx="107">
                  <c:v>21658</c:v>
                </c:pt>
                <c:pt idx="108">
                  <c:v>21659</c:v>
                </c:pt>
                <c:pt idx="109">
                  <c:v>21660</c:v>
                </c:pt>
                <c:pt idx="110">
                  <c:v>21661</c:v>
                </c:pt>
                <c:pt idx="111">
                  <c:v>21662</c:v>
                </c:pt>
                <c:pt idx="112">
                  <c:v>21663</c:v>
                </c:pt>
                <c:pt idx="113">
                  <c:v>21664</c:v>
                </c:pt>
                <c:pt idx="114">
                  <c:v>21665</c:v>
                </c:pt>
                <c:pt idx="115">
                  <c:v>21666</c:v>
                </c:pt>
                <c:pt idx="116">
                  <c:v>21667</c:v>
                </c:pt>
                <c:pt idx="117">
                  <c:v>21668</c:v>
                </c:pt>
                <c:pt idx="118">
                  <c:v>21669</c:v>
                </c:pt>
                <c:pt idx="119">
                  <c:v>21670</c:v>
                </c:pt>
                <c:pt idx="120">
                  <c:v>21671</c:v>
                </c:pt>
                <c:pt idx="121">
                  <c:v>21672</c:v>
                </c:pt>
                <c:pt idx="122">
                  <c:v>21673</c:v>
                </c:pt>
                <c:pt idx="123">
                  <c:v>21674</c:v>
                </c:pt>
                <c:pt idx="124">
                  <c:v>21675</c:v>
                </c:pt>
                <c:pt idx="125">
                  <c:v>21676</c:v>
                </c:pt>
                <c:pt idx="126">
                  <c:v>21677</c:v>
                </c:pt>
                <c:pt idx="127">
                  <c:v>21678</c:v>
                </c:pt>
                <c:pt idx="128">
                  <c:v>21679</c:v>
                </c:pt>
                <c:pt idx="129">
                  <c:v>21680</c:v>
                </c:pt>
                <c:pt idx="130">
                  <c:v>21681</c:v>
                </c:pt>
                <c:pt idx="131">
                  <c:v>21682</c:v>
                </c:pt>
                <c:pt idx="132">
                  <c:v>21683</c:v>
                </c:pt>
                <c:pt idx="133">
                  <c:v>21684</c:v>
                </c:pt>
                <c:pt idx="134">
                  <c:v>21685</c:v>
                </c:pt>
                <c:pt idx="135">
                  <c:v>21686</c:v>
                </c:pt>
                <c:pt idx="136">
                  <c:v>21687</c:v>
                </c:pt>
                <c:pt idx="137">
                  <c:v>21688</c:v>
                </c:pt>
                <c:pt idx="138">
                  <c:v>21689</c:v>
                </c:pt>
                <c:pt idx="139">
                  <c:v>21690</c:v>
                </c:pt>
                <c:pt idx="140">
                  <c:v>21691</c:v>
                </c:pt>
                <c:pt idx="141">
                  <c:v>21692</c:v>
                </c:pt>
                <c:pt idx="142">
                  <c:v>21693</c:v>
                </c:pt>
                <c:pt idx="143">
                  <c:v>21694</c:v>
                </c:pt>
                <c:pt idx="144">
                  <c:v>21695</c:v>
                </c:pt>
                <c:pt idx="145">
                  <c:v>21696</c:v>
                </c:pt>
                <c:pt idx="146">
                  <c:v>21697</c:v>
                </c:pt>
                <c:pt idx="147">
                  <c:v>21698</c:v>
                </c:pt>
                <c:pt idx="148">
                  <c:v>21699</c:v>
                </c:pt>
                <c:pt idx="149">
                  <c:v>21700</c:v>
                </c:pt>
                <c:pt idx="150">
                  <c:v>21701</c:v>
                </c:pt>
                <c:pt idx="151">
                  <c:v>21702</c:v>
                </c:pt>
                <c:pt idx="152">
                  <c:v>21703</c:v>
                </c:pt>
                <c:pt idx="153">
                  <c:v>21704</c:v>
                </c:pt>
                <c:pt idx="154">
                  <c:v>21705</c:v>
                </c:pt>
                <c:pt idx="155">
                  <c:v>21706</c:v>
                </c:pt>
                <c:pt idx="156">
                  <c:v>21707</c:v>
                </c:pt>
                <c:pt idx="157">
                  <c:v>21708</c:v>
                </c:pt>
                <c:pt idx="158">
                  <c:v>21709</c:v>
                </c:pt>
                <c:pt idx="159">
                  <c:v>21710</c:v>
                </c:pt>
                <c:pt idx="160">
                  <c:v>21711</c:v>
                </c:pt>
                <c:pt idx="161">
                  <c:v>21712</c:v>
                </c:pt>
                <c:pt idx="162">
                  <c:v>21713</c:v>
                </c:pt>
                <c:pt idx="163">
                  <c:v>21714</c:v>
                </c:pt>
                <c:pt idx="164">
                  <c:v>21715</c:v>
                </c:pt>
                <c:pt idx="165">
                  <c:v>21716</c:v>
                </c:pt>
                <c:pt idx="166">
                  <c:v>21717</c:v>
                </c:pt>
                <c:pt idx="167">
                  <c:v>21718</c:v>
                </c:pt>
                <c:pt idx="168">
                  <c:v>21719</c:v>
                </c:pt>
                <c:pt idx="169">
                  <c:v>21720</c:v>
                </c:pt>
                <c:pt idx="170">
                  <c:v>21721</c:v>
                </c:pt>
                <c:pt idx="171">
                  <c:v>21722</c:v>
                </c:pt>
                <c:pt idx="172">
                  <c:v>21723</c:v>
                </c:pt>
                <c:pt idx="173">
                  <c:v>21724</c:v>
                </c:pt>
                <c:pt idx="174">
                  <c:v>21725</c:v>
                </c:pt>
                <c:pt idx="175">
                  <c:v>21726</c:v>
                </c:pt>
                <c:pt idx="176">
                  <c:v>21727</c:v>
                </c:pt>
                <c:pt idx="177">
                  <c:v>21728</c:v>
                </c:pt>
                <c:pt idx="178">
                  <c:v>21729</c:v>
                </c:pt>
                <c:pt idx="179">
                  <c:v>21730</c:v>
                </c:pt>
                <c:pt idx="180">
                  <c:v>21731</c:v>
                </c:pt>
                <c:pt idx="181">
                  <c:v>21732</c:v>
                </c:pt>
                <c:pt idx="182">
                  <c:v>21733</c:v>
                </c:pt>
                <c:pt idx="183">
                  <c:v>21734</c:v>
                </c:pt>
                <c:pt idx="184">
                  <c:v>21735</c:v>
                </c:pt>
                <c:pt idx="185">
                  <c:v>21736</c:v>
                </c:pt>
                <c:pt idx="186">
                  <c:v>21737</c:v>
                </c:pt>
                <c:pt idx="187">
                  <c:v>21738</c:v>
                </c:pt>
                <c:pt idx="188">
                  <c:v>21739</c:v>
                </c:pt>
                <c:pt idx="189">
                  <c:v>21740</c:v>
                </c:pt>
                <c:pt idx="190">
                  <c:v>21741</c:v>
                </c:pt>
                <c:pt idx="191">
                  <c:v>21742</c:v>
                </c:pt>
                <c:pt idx="192">
                  <c:v>21743</c:v>
                </c:pt>
                <c:pt idx="193">
                  <c:v>21744</c:v>
                </c:pt>
                <c:pt idx="194">
                  <c:v>21745</c:v>
                </c:pt>
                <c:pt idx="195">
                  <c:v>21746</c:v>
                </c:pt>
                <c:pt idx="196">
                  <c:v>21747</c:v>
                </c:pt>
                <c:pt idx="197">
                  <c:v>21748</c:v>
                </c:pt>
                <c:pt idx="198">
                  <c:v>21749</c:v>
                </c:pt>
                <c:pt idx="199">
                  <c:v>21750</c:v>
                </c:pt>
                <c:pt idx="200">
                  <c:v>21751</c:v>
                </c:pt>
                <c:pt idx="201">
                  <c:v>21752</c:v>
                </c:pt>
                <c:pt idx="202">
                  <c:v>21753</c:v>
                </c:pt>
                <c:pt idx="203">
                  <c:v>21754</c:v>
                </c:pt>
                <c:pt idx="204">
                  <c:v>21755</c:v>
                </c:pt>
                <c:pt idx="205">
                  <c:v>21756</c:v>
                </c:pt>
                <c:pt idx="206">
                  <c:v>21757</c:v>
                </c:pt>
                <c:pt idx="207">
                  <c:v>21758</c:v>
                </c:pt>
                <c:pt idx="208">
                  <c:v>21759</c:v>
                </c:pt>
                <c:pt idx="209">
                  <c:v>21760</c:v>
                </c:pt>
                <c:pt idx="210">
                  <c:v>21761</c:v>
                </c:pt>
                <c:pt idx="211">
                  <c:v>21762</c:v>
                </c:pt>
                <c:pt idx="212">
                  <c:v>21763</c:v>
                </c:pt>
                <c:pt idx="213">
                  <c:v>21764</c:v>
                </c:pt>
                <c:pt idx="214">
                  <c:v>21765</c:v>
                </c:pt>
                <c:pt idx="215">
                  <c:v>21766</c:v>
                </c:pt>
                <c:pt idx="216">
                  <c:v>21767</c:v>
                </c:pt>
                <c:pt idx="217">
                  <c:v>21768</c:v>
                </c:pt>
                <c:pt idx="218">
                  <c:v>21769</c:v>
                </c:pt>
                <c:pt idx="219">
                  <c:v>21770</c:v>
                </c:pt>
                <c:pt idx="220">
                  <c:v>21771</c:v>
                </c:pt>
                <c:pt idx="221">
                  <c:v>21772</c:v>
                </c:pt>
                <c:pt idx="222">
                  <c:v>21773</c:v>
                </c:pt>
                <c:pt idx="223">
                  <c:v>21774</c:v>
                </c:pt>
                <c:pt idx="224">
                  <c:v>21775</c:v>
                </c:pt>
                <c:pt idx="225">
                  <c:v>21776</c:v>
                </c:pt>
                <c:pt idx="226">
                  <c:v>21777</c:v>
                </c:pt>
                <c:pt idx="227">
                  <c:v>21778</c:v>
                </c:pt>
                <c:pt idx="228">
                  <c:v>21779</c:v>
                </c:pt>
                <c:pt idx="229">
                  <c:v>21780</c:v>
                </c:pt>
                <c:pt idx="230">
                  <c:v>21781</c:v>
                </c:pt>
                <c:pt idx="231">
                  <c:v>21782</c:v>
                </c:pt>
                <c:pt idx="232">
                  <c:v>21783</c:v>
                </c:pt>
                <c:pt idx="233">
                  <c:v>21784</c:v>
                </c:pt>
                <c:pt idx="234">
                  <c:v>21785</c:v>
                </c:pt>
                <c:pt idx="235">
                  <c:v>21786</c:v>
                </c:pt>
                <c:pt idx="236">
                  <c:v>21787</c:v>
                </c:pt>
                <c:pt idx="237">
                  <c:v>21788</c:v>
                </c:pt>
                <c:pt idx="238">
                  <c:v>21789</c:v>
                </c:pt>
                <c:pt idx="239">
                  <c:v>21790</c:v>
                </c:pt>
                <c:pt idx="240">
                  <c:v>21791</c:v>
                </c:pt>
                <c:pt idx="241">
                  <c:v>21792</c:v>
                </c:pt>
                <c:pt idx="242">
                  <c:v>21793</c:v>
                </c:pt>
                <c:pt idx="243">
                  <c:v>21794</c:v>
                </c:pt>
                <c:pt idx="244">
                  <c:v>21795</c:v>
                </c:pt>
                <c:pt idx="245">
                  <c:v>21796</c:v>
                </c:pt>
                <c:pt idx="246">
                  <c:v>21797</c:v>
                </c:pt>
                <c:pt idx="247">
                  <c:v>21798</c:v>
                </c:pt>
                <c:pt idx="248">
                  <c:v>21799</c:v>
                </c:pt>
                <c:pt idx="249">
                  <c:v>21800</c:v>
                </c:pt>
                <c:pt idx="250">
                  <c:v>21801</c:v>
                </c:pt>
                <c:pt idx="251">
                  <c:v>21802</c:v>
                </c:pt>
                <c:pt idx="252">
                  <c:v>21803</c:v>
                </c:pt>
                <c:pt idx="253">
                  <c:v>21804</c:v>
                </c:pt>
                <c:pt idx="254">
                  <c:v>21805</c:v>
                </c:pt>
                <c:pt idx="255">
                  <c:v>21806</c:v>
                </c:pt>
                <c:pt idx="256">
                  <c:v>21807</c:v>
                </c:pt>
                <c:pt idx="257">
                  <c:v>21808</c:v>
                </c:pt>
                <c:pt idx="258">
                  <c:v>21809</c:v>
                </c:pt>
                <c:pt idx="259">
                  <c:v>21810</c:v>
                </c:pt>
                <c:pt idx="260">
                  <c:v>21811</c:v>
                </c:pt>
                <c:pt idx="261">
                  <c:v>21812</c:v>
                </c:pt>
                <c:pt idx="262">
                  <c:v>21813</c:v>
                </c:pt>
                <c:pt idx="263">
                  <c:v>21814</c:v>
                </c:pt>
                <c:pt idx="264">
                  <c:v>21815</c:v>
                </c:pt>
                <c:pt idx="265">
                  <c:v>21816</c:v>
                </c:pt>
                <c:pt idx="266">
                  <c:v>21817</c:v>
                </c:pt>
                <c:pt idx="267">
                  <c:v>21818</c:v>
                </c:pt>
                <c:pt idx="268">
                  <c:v>21819</c:v>
                </c:pt>
                <c:pt idx="269">
                  <c:v>21820</c:v>
                </c:pt>
                <c:pt idx="270">
                  <c:v>21821</c:v>
                </c:pt>
                <c:pt idx="271">
                  <c:v>21822</c:v>
                </c:pt>
                <c:pt idx="272">
                  <c:v>21823</c:v>
                </c:pt>
                <c:pt idx="273">
                  <c:v>21824</c:v>
                </c:pt>
                <c:pt idx="274">
                  <c:v>21825</c:v>
                </c:pt>
                <c:pt idx="275">
                  <c:v>21826</c:v>
                </c:pt>
                <c:pt idx="276">
                  <c:v>21827</c:v>
                </c:pt>
                <c:pt idx="277">
                  <c:v>21828</c:v>
                </c:pt>
                <c:pt idx="278">
                  <c:v>21829</c:v>
                </c:pt>
                <c:pt idx="279">
                  <c:v>21830</c:v>
                </c:pt>
                <c:pt idx="280">
                  <c:v>21831</c:v>
                </c:pt>
                <c:pt idx="281">
                  <c:v>21832</c:v>
                </c:pt>
                <c:pt idx="282">
                  <c:v>21833</c:v>
                </c:pt>
                <c:pt idx="283">
                  <c:v>21834</c:v>
                </c:pt>
                <c:pt idx="284">
                  <c:v>21835</c:v>
                </c:pt>
                <c:pt idx="285">
                  <c:v>21836</c:v>
                </c:pt>
                <c:pt idx="286">
                  <c:v>21837</c:v>
                </c:pt>
                <c:pt idx="287">
                  <c:v>21838</c:v>
                </c:pt>
                <c:pt idx="288">
                  <c:v>21839</c:v>
                </c:pt>
                <c:pt idx="289">
                  <c:v>21840</c:v>
                </c:pt>
                <c:pt idx="290">
                  <c:v>21841</c:v>
                </c:pt>
                <c:pt idx="291">
                  <c:v>21842</c:v>
                </c:pt>
                <c:pt idx="292">
                  <c:v>21843</c:v>
                </c:pt>
                <c:pt idx="293">
                  <c:v>21844</c:v>
                </c:pt>
                <c:pt idx="294">
                  <c:v>21845</c:v>
                </c:pt>
                <c:pt idx="295">
                  <c:v>21846</c:v>
                </c:pt>
                <c:pt idx="296">
                  <c:v>21847</c:v>
                </c:pt>
                <c:pt idx="297">
                  <c:v>21848</c:v>
                </c:pt>
                <c:pt idx="298">
                  <c:v>21849</c:v>
                </c:pt>
                <c:pt idx="299">
                  <c:v>21850</c:v>
                </c:pt>
                <c:pt idx="300">
                  <c:v>21851</c:v>
                </c:pt>
                <c:pt idx="301">
                  <c:v>21852</c:v>
                </c:pt>
                <c:pt idx="302">
                  <c:v>21853</c:v>
                </c:pt>
                <c:pt idx="303">
                  <c:v>21854</c:v>
                </c:pt>
                <c:pt idx="304">
                  <c:v>21855</c:v>
                </c:pt>
                <c:pt idx="305">
                  <c:v>21856</c:v>
                </c:pt>
                <c:pt idx="306">
                  <c:v>21857</c:v>
                </c:pt>
                <c:pt idx="307">
                  <c:v>21858</c:v>
                </c:pt>
                <c:pt idx="308">
                  <c:v>21859</c:v>
                </c:pt>
                <c:pt idx="309">
                  <c:v>21860</c:v>
                </c:pt>
                <c:pt idx="310">
                  <c:v>21861</c:v>
                </c:pt>
                <c:pt idx="311">
                  <c:v>21862</c:v>
                </c:pt>
                <c:pt idx="312">
                  <c:v>21863</c:v>
                </c:pt>
                <c:pt idx="313">
                  <c:v>21864</c:v>
                </c:pt>
                <c:pt idx="314">
                  <c:v>21865</c:v>
                </c:pt>
                <c:pt idx="315">
                  <c:v>21866</c:v>
                </c:pt>
                <c:pt idx="316">
                  <c:v>21867</c:v>
                </c:pt>
                <c:pt idx="317">
                  <c:v>21868</c:v>
                </c:pt>
                <c:pt idx="318">
                  <c:v>21869</c:v>
                </c:pt>
                <c:pt idx="319">
                  <c:v>21870</c:v>
                </c:pt>
                <c:pt idx="320">
                  <c:v>21871</c:v>
                </c:pt>
                <c:pt idx="321">
                  <c:v>21872</c:v>
                </c:pt>
                <c:pt idx="322">
                  <c:v>21873</c:v>
                </c:pt>
                <c:pt idx="323">
                  <c:v>21874</c:v>
                </c:pt>
                <c:pt idx="324">
                  <c:v>21875</c:v>
                </c:pt>
                <c:pt idx="325">
                  <c:v>21876</c:v>
                </c:pt>
                <c:pt idx="326">
                  <c:v>21877</c:v>
                </c:pt>
                <c:pt idx="327">
                  <c:v>21878</c:v>
                </c:pt>
                <c:pt idx="328">
                  <c:v>21879</c:v>
                </c:pt>
                <c:pt idx="329">
                  <c:v>21880</c:v>
                </c:pt>
                <c:pt idx="330">
                  <c:v>21881</c:v>
                </c:pt>
                <c:pt idx="331">
                  <c:v>21882</c:v>
                </c:pt>
                <c:pt idx="332">
                  <c:v>21883</c:v>
                </c:pt>
                <c:pt idx="333">
                  <c:v>21884</c:v>
                </c:pt>
                <c:pt idx="334">
                  <c:v>21885</c:v>
                </c:pt>
                <c:pt idx="335">
                  <c:v>21886</c:v>
                </c:pt>
                <c:pt idx="336">
                  <c:v>21887</c:v>
                </c:pt>
                <c:pt idx="337">
                  <c:v>21888</c:v>
                </c:pt>
                <c:pt idx="338">
                  <c:v>21889</c:v>
                </c:pt>
                <c:pt idx="339">
                  <c:v>21890</c:v>
                </c:pt>
                <c:pt idx="340">
                  <c:v>21891</c:v>
                </c:pt>
                <c:pt idx="341">
                  <c:v>21892</c:v>
                </c:pt>
                <c:pt idx="342">
                  <c:v>21893</c:v>
                </c:pt>
                <c:pt idx="343">
                  <c:v>21894</c:v>
                </c:pt>
                <c:pt idx="344">
                  <c:v>21895</c:v>
                </c:pt>
                <c:pt idx="345">
                  <c:v>21896</c:v>
                </c:pt>
                <c:pt idx="346">
                  <c:v>21897</c:v>
                </c:pt>
                <c:pt idx="347">
                  <c:v>21898</c:v>
                </c:pt>
                <c:pt idx="348">
                  <c:v>21899</c:v>
                </c:pt>
                <c:pt idx="349">
                  <c:v>21900</c:v>
                </c:pt>
                <c:pt idx="350">
                  <c:v>21901</c:v>
                </c:pt>
                <c:pt idx="351">
                  <c:v>21902</c:v>
                </c:pt>
                <c:pt idx="352">
                  <c:v>21903</c:v>
                </c:pt>
                <c:pt idx="353">
                  <c:v>21904</c:v>
                </c:pt>
                <c:pt idx="354">
                  <c:v>21905</c:v>
                </c:pt>
                <c:pt idx="355">
                  <c:v>21906</c:v>
                </c:pt>
                <c:pt idx="356">
                  <c:v>21907</c:v>
                </c:pt>
                <c:pt idx="357">
                  <c:v>21908</c:v>
                </c:pt>
                <c:pt idx="358">
                  <c:v>21909</c:v>
                </c:pt>
                <c:pt idx="359">
                  <c:v>21910</c:v>
                </c:pt>
                <c:pt idx="360">
                  <c:v>21911</c:v>
                </c:pt>
                <c:pt idx="361">
                  <c:v>21912</c:v>
                </c:pt>
                <c:pt idx="362">
                  <c:v>21913</c:v>
                </c:pt>
                <c:pt idx="363">
                  <c:v>21914</c:v>
                </c:pt>
                <c:pt idx="364">
                  <c:v>21915</c:v>
                </c:pt>
                <c:pt idx="365">
                  <c:v>21916</c:v>
                </c:pt>
                <c:pt idx="366">
                  <c:v>21917</c:v>
                </c:pt>
                <c:pt idx="367">
                  <c:v>21918</c:v>
                </c:pt>
                <c:pt idx="368">
                  <c:v>21919</c:v>
                </c:pt>
                <c:pt idx="369">
                  <c:v>21920</c:v>
                </c:pt>
                <c:pt idx="370">
                  <c:v>21921</c:v>
                </c:pt>
                <c:pt idx="371">
                  <c:v>21922</c:v>
                </c:pt>
                <c:pt idx="372">
                  <c:v>21923</c:v>
                </c:pt>
                <c:pt idx="373">
                  <c:v>21924</c:v>
                </c:pt>
                <c:pt idx="374">
                  <c:v>21925</c:v>
                </c:pt>
                <c:pt idx="375">
                  <c:v>21926</c:v>
                </c:pt>
                <c:pt idx="376">
                  <c:v>21927</c:v>
                </c:pt>
                <c:pt idx="377">
                  <c:v>21928</c:v>
                </c:pt>
                <c:pt idx="378">
                  <c:v>21929</c:v>
                </c:pt>
                <c:pt idx="379">
                  <c:v>21930</c:v>
                </c:pt>
                <c:pt idx="380">
                  <c:v>21931</c:v>
                </c:pt>
                <c:pt idx="381">
                  <c:v>21932</c:v>
                </c:pt>
                <c:pt idx="382">
                  <c:v>21933</c:v>
                </c:pt>
                <c:pt idx="383">
                  <c:v>21934</c:v>
                </c:pt>
                <c:pt idx="384">
                  <c:v>21935</c:v>
                </c:pt>
                <c:pt idx="385">
                  <c:v>21936</c:v>
                </c:pt>
                <c:pt idx="386">
                  <c:v>21937</c:v>
                </c:pt>
                <c:pt idx="387">
                  <c:v>21938</c:v>
                </c:pt>
                <c:pt idx="388">
                  <c:v>21939</c:v>
                </c:pt>
                <c:pt idx="389">
                  <c:v>21940</c:v>
                </c:pt>
                <c:pt idx="390">
                  <c:v>21941</c:v>
                </c:pt>
                <c:pt idx="391">
                  <c:v>21942</c:v>
                </c:pt>
                <c:pt idx="392">
                  <c:v>21943</c:v>
                </c:pt>
                <c:pt idx="393">
                  <c:v>21944</c:v>
                </c:pt>
                <c:pt idx="394">
                  <c:v>21945</c:v>
                </c:pt>
                <c:pt idx="395">
                  <c:v>21946</c:v>
                </c:pt>
                <c:pt idx="396">
                  <c:v>21947</c:v>
                </c:pt>
                <c:pt idx="397">
                  <c:v>21948</c:v>
                </c:pt>
                <c:pt idx="398">
                  <c:v>21949</c:v>
                </c:pt>
                <c:pt idx="399">
                  <c:v>21950</c:v>
                </c:pt>
                <c:pt idx="400">
                  <c:v>21951</c:v>
                </c:pt>
                <c:pt idx="401">
                  <c:v>21952</c:v>
                </c:pt>
                <c:pt idx="402">
                  <c:v>21953</c:v>
                </c:pt>
                <c:pt idx="403">
                  <c:v>21954</c:v>
                </c:pt>
                <c:pt idx="404">
                  <c:v>21955</c:v>
                </c:pt>
                <c:pt idx="405">
                  <c:v>21956</c:v>
                </c:pt>
                <c:pt idx="406">
                  <c:v>21957</c:v>
                </c:pt>
                <c:pt idx="407">
                  <c:v>21958</c:v>
                </c:pt>
                <c:pt idx="408">
                  <c:v>21959</c:v>
                </c:pt>
                <c:pt idx="409">
                  <c:v>21960</c:v>
                </c:pt>
                <c:pt idx="410">
                  <c:v>21961</c:v>
                </c:pt>
                <c:pt idx="411">
                  <c:v>21962</c:v>
                </c:pt>
                <c:pt idx="412">
                  <c:v>21963</c:v>
                </c:pt>
                <c:pt idx="413">
                  <c:v>21964</c:v>
                </c:pt>
                <c:pt idx="414">
                  <c:v>21965</c:v>
                </c:pt>
                <c:pt idx="415">
                  <c:v>21966</c:v>
                </c:pt>
                <c:pt idx="416">
                  <c:v>21967</c:v>
                </c:pt>
                <c:pt idx="417">
                  <c:v>21968</c:v>
                </c:pt>
                <c:pt idx="418">
                  <c:v>21969</c:v>
                </c:pt>
                <c:pt idx="419">
                  <c:v>21970</c:v>
                </c:pt>
                <c:pt idx="420">
                  <c:v>21971</c:v>
                </c:pt>
                <c:pt idx="421">
                  <c:v>21972</c:v>
                </c:pt>
                <c:pt idx="422">
                  <c:v>21973</c:v>
                </c:pt>
                <c:pt idx="423">
                  <c:v>21974</c:v>
                </c:pt>
                <c:pt idx="424">
                  <c:v>21975</c:v>
                </c:pt>
                <c:pt idx="425">
                  <c:v>21976</c:v>
                </c:pt>
                <c:pt idx="426">
                  <c:v>21977</c:v>
                </c:pt>
                <c:pt idx="427">
                  <c:v>21978</c:v>
                </c:pt>
                <c:pt idx="428">
                  <c:v>21979</c:v>
                </c:pt>
                <c:pt idx="429">
                  <c:v>21980</c:v>
                </c:pt>
                <c:pt idx="430">
                  <c:v>21981</c:v>
                </c:pt>
                <c:pt idx="431">
                  <c:v>21982</c:v>
                </c:pt>
                <c:pt idx="432">
                  <c:v>21983</c:v>
                </c:pt>
                <c:pt idx="433">
                  <c:v>21984</c:v>
                </c:pt>
                <c:pt idx="434">
                  <c:v>21985</c:v>
                </c:pt>
                <c:pt idx="435">
                  <c:v>21986</c:v>
                </c:pt>
                <c:pt idx="436">
                  <c:v>21987</c:v>
                </c:pt>
                <c:pt idx="437">
                  <c:v>21988</c:v>
                </c:pt>
                <c:pt idx="438">
                  <c:v>21989</c:v>
                </c:pt>
                <c:pt idx="439">
                  <c:v>21990</c:v>
                </c:pt>
                <c:pt idx="440">
                  <c:v>21991</c:v>
                </c:pt>
                <c:pt idx="441">
                  <c:v>21992</c:v>
                </c:pt>
                <c:pt idx="442">
                  <c:v>21993</c:v>
                </c:pt>
                <c:pt idx="443">
                  <c:v>21994</c:v>
                </c:pt>
                <c:pt idx="444">
                  <c:v>21995</c:v>
                </c:pt>
                <c:pt idx="445">
                  <c:v>21996</c:v>
                </c:pt>
                <c:pt idx="446">
                  <c:v>21997</c:v>
                </c:pt>
                <c:pt idx="447">
                  <c:v>21998</c:v>
                </c:pt>
                <c:pt idx="448">
                  <c:v>21999</c:v>
                </c:pt>
                <c:pt idx="449">
                  <c:v>22000</c:v>
                </c:pt>
                <c:pt idx="450">
                  <c:v>22001</c:v>
                </c:pt>
                <c:pt idx="451">
                  <c:v>22002</c:v>
                </c:pt>
                <c:pt idx="452">
                  <c:v>22003</c:v>
                </c:pt>
                <c:pt idx="453">
                  <c:v>22004</c:v>
                </c:pt>
                <c:pt idx="454">
                  <c:v>22005</c:v>
                </c:pt>
                <c:pt idx="455">
                  <c:v>22006</c:v>
                </c:pt>
                <c:pt idx="456">
                  <c:v>22007</c:v>
                </c:pt>
              </c:numCache>
            </c:numRef>
          </c:cat>
          <c:val>
            <c:numRef>
              <c:f>'exponential smooth analysis'!$C$2:$C$458</c:f>
              <c:numCache>
                <c:formatCode>General</c:formatCode>
                <c:ptCount val="457"/>
                <c:pt idx="364">
                  <c:v>50</c:v>
                </c:pt>
                <c:pt idx="365">
                  <c:v>47.07848099046906</c:v>
                </c:pt>
                <c:pt idx="366">
                  <c:v>44.540814102244376</c:v>
                </c:pt>
                <c:pt idx="367">
                  <c:v>44.781489063466779</c:v>
                </c:pt>
                <c:pt idx="368">
                  <c:v>54.908684154817522</c:v>
                </c:pt>
                <c:pt idx="369">
                  <c:v>49.366808680756009</c:v>
                </c:pt>
                <c:pt idx="370">
                  <c:v>50.330835805359378</c:v>
                </c:pt>
                <c:pt idx="371">
                  <c:v>48.075340586273391</c:v>
                </c:pt>
                <c:pt idx="372">
                  <c:v>47.349610477405825</c:v>
                </c:pt>
                <c:pt idx="373">
                  <c:v>44.811943589181141</c:v>
                </c:pt>
                <c:pt idx="374">
                  <c:v>45.052618550403551</c:v>
                </c:pt>
                <c:pt idx="375">
                  <c:v>55.179813641754293</c:v>
                </c:pt>
                <c:pt idx="376">
                  <c:v>49.637938167692774</c:v>
                </c:pt>
                <c:pt idx="377">
                  <c:v>50.601965292296143</c:v>
                </c:pt>
                <c:pt idx="378">
                  <c:v>48.346470073210163</c:v>
                </c:pt>
                <c:pt idx="379">
                  <c:v>47.620739964342597</c:v>
                </c:pt>
                <c:pt idx="380">
                  <c:v>45.083073076117905</c:v>
                </c:pt>
                <c:pt idx="381">
                  <c:v>45.323748037340316</c:v>
                </c:pt>
                <c:pt idx="382">
                  <c:v>55.450943128691058</c:v>
                </c:pt>
                <c:pt idx="383">
                  <c:v>49.909067654629546</c:v>
                </c:pt>
                <c:pt idx="384">
                  <c:v>50.873094779232915</c:v>
                </c:pt>
                <c:pt idx="385">
                  <c:v>48.617599560146928</c:v>
                </c:pt>
                <c:pt idx="386">
                  <c:v>47.891869451279362</c:v>
                </c:pt>
                <c:pt idx="387">
                  <c:v>45.354202563054677</c:v>
                </c:pt>
                <c:pt idx="388">
                  <c:v>45.594877524277088</c:v>
                </c:pt>
                <c:pt idx="389">
                  <c:v>55.722072615627823</c:v>
                </c:pt>
                <c:pt idx="390">
                  <c:v>50.18019714156631</c:v>
                </c:pt>
                <c:pt idx="391">
                  <c:v>51.14422426616968</c:v>
                </c:pt>
                <c:pt idx="392">
                  <c:v>48.8887290470837</c:v>
                </c:pt>
                <c:pt idx="393">
                  <c:v>48.162998938216134</c:v>
                </c:pt>
                <c:pt idx="394">
                  <c:v>45.625332049991442</c:v>
                </c:pt>
                <c:pt idx="395">
                  <c:v>45.866007011213853</c:v>
                </c:pt>
                <c:pt idx="396">
                  <c:v>55.993202102564595</c:v>
                </c:pt>
                <c:pt idx="397">
                  <c:v>50.451326628503082</c:v>
                </c:pt>
                <c:pt idx="398">
                  <c:v>51.415353753106444</c:v>
                </c:pt>
                <c:pt idx="399">
                  <c:v>49.159858534020465</c:v>
                </c:pt>
                <c:pt idx="400">
                  <c:v>48.434128425152899</c:v>
                </c:pt>
                <c:pt idx="401">
                  <c:v>45.896461536928214</c:v>
                </c:pt>
                <c:pt idx="402">
                  <c:v>46.137136498150625</c:v>
                </c:pt>
                <c:pt idx="403">
                  <c:v>56.26433158950136</c:v>
                </c:pt>
                <c:pt idx="404">
                  <c:v>50.722456115439847</c:v>
                </c:pt>
                <c:pt idx="405">
                  <c:v>51.686483240043216</c:v>
                </c:pt>
                <c:pt idx="406">
                  <c:v>49.430988020957237</c:v>
                </c:pt>
                <c:pt idx="407">
                  <c:v>48.705257912089664</c:v>
                </c:pt>
                <c:pt idx="408">
                  <c:v>46.167591023864979</c:v>
                </c:pt>
                <c:pt idx="409">
                  <c:v>46.40826598508739</c:v>
                </c:pt>
                <c:pt idx="410">
                  <c:v>56.535461076438132</c:v>
                </c:pt>
                <c:pt idx="411">
                  <c:v>50.993585602376619</c:v>
                </c:pt>
                <c:pt idx="412">
                  <c:v>51.957612726979981</c:v>
                </c:pt>
                <c:pt idx="413">
                  <c:v>49.702117507894002</c:v>
                </c:pt>
                <c:pt idx="414">
                  <c:v>48.976387399026436</c:v>
                </c:pt>
                <c:pt idx="415">
                  <c:v>46.438720510801751</c:v>
                </c:pt>
                <c:pt idx="416">
                  <c:v>46.679395472024154</c:v>
                </c:pt>
                <c:pt idx="417">
                  <c:v>56.806590563374897</c:v>
                </c:pt>
                <c:pt idx="418">
                  <c:v>51.264715089313384</c:v>
                </c:pt>
                <c:pt idx="419">
                  <c:v>52.228742213916753</c:v>
                </c:pt>
                <c:pt idx="420">
                  <c:v>49.973246994830774</c:v>
                </c:pt>
                <c:pt idx="421">
                  <c:v>49.247516885963201</c:v>
                </c:pt>
                <c:pt idx="422">
                  <c:v>46.709849997738516</c:v>
                </c:pt>
                <c:pt idx="423">
                  <c:v>46.950524958960926</c:v>
                </c:pt>
                <c:pt idx="424">
                  <c:v>57.077720050311669</c:v>
                </c:pt>
                <c:pt idx="425">
                  <c:v>51.535844576250149</c:v>
                </c:pt>
                <c:pt idx="426">
                  <c:v>52.499871700853518</c:v>
                </c:pt>
                <c:pt idx="427">
                  <c:v>50.244376481767539</c:v>
                </c:pt>
                <c:pt idx="428">
                  <c:v>49.518646372899973</c:v>
                </c:pt>
                <c:pt idx="429">
                  <c:v>46.980979484675281</c:v>
                </c:pt>
                <c:pt idx="430">
                  <c:v>47.221654445897691</c:v>
                </c:pt>
                <c:pt idx="431">
                  <c:v>57.348849537248434</c:v>
                </c:pt>
                <c:pt idx="432">
                  <c:v>51.806974063186921</c:v>
                </c:pt>
                <c:pt idx="433">
                  <c:v>52.77100118779029</c:v>
                </c:pt>
                <c:pt idx="434">
                  <c:v>50.515505968704304</c:v>
                </c:pt>
                <c:pt idx="435">
                  <c:v>49.789775859836737</c:v>
                </c:pt>
                <c:pt idx="436">
                  <c:v>47.252108971612053</c:v>
                </c:pt>
                <c:pt idx="437">
                  <c:v>47.492783932834463</c:v>
                </c:pt>
                <c:pt idx="438">
                  <c:v>57.619979024185206</c:v>
                </c:pt>
                <c:pt idx="439">
                  <c:v>52.078103550123686</c:v>
                </c:pt>
                <c:pt idx="440">
                  <c:v>53.042130674727055</c:v>
                </c:pt>
                <c:pt idx="441">
                  <c:v>50.786635455641076</c:v>
                </c:pt>
                <c:pt idx="442">
                  <c:v>50.060905346773509</c:v>
                </c:pt>
                <c:pt idx="443">
                  <c:v>47.523238458548818</c:v>
                </c:pt>
                <c:pt idx="444">
                  <c:v>47.763913419771228</c:v>
                </c:pt>
                <c:pt idx="445">
                  <c:v>57.891108511121971</c:v>
                </c:pt>
                <c:pt idx="446">
                  <c:v>52.349233037060458</c:v>
                </c:pt>
                <c:pt idx="447">
                  <c:v>53.31326016166382</c:v>
                </c:pt>
                <c:pt idx="448">
                  <c:v>51.05776494257784</c:v>
                </c:pt>
                <c:pt idx="449">
                  <c:v>50.332034833710274</c:v>
                </c:pt>
                <c:pt idx="450">
                  <c:v>47.79436794548559</c:v>
                </c:pt>
                <c:pt idx="451">
                  <c:v>48.035042906708</c:v>
                </c:pt>
                <c:pt idx="452">
                  <c:v>58.162237998058735</c:v>
                </c:pt>
                <c:pt idx="453">
                  <c:v>52.620362523997223</c:v>
                </c:pt>
                <c:pt idx="454">
                  <c:v>53.584389648600592</c:v>
                </c:pt>
                <c:pt idx="455">
                  <c:v>51.328894429514612</c:v>
                </c:pt>
                <c:pt idx="456">
                  <c:v>50.603164320647046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132-466B-AAD3-CC4CACB1EE8F}"/>
            </c:ext>
          </c:extLst>
        </c:ser>
        <c:ser>
          <c:idx val="2"/>
          <c:order val="2"/>
          <c:tx>
            <c:strRef>
              <c:f>'exponential smooth analysis'!$D$1</c:f>
              <c:strCache>
                <c:ptCount val="1"/>
                <c:pt idx="0">
                  <c:v>Lower Confidence Bound(Daily sales)</c:v>
                </c:pt>
              </c:strCache>
            </c:strRef>
          </c:tx>
          <c:spPr>
            <a:ln w="12700" cap="rnd">
              <a:solidFill>
                <a:srgbClr val="ED7D31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'exponential smooth analysis'!$A$2:$A$458</c:f>
              <c:numCache>
                <c:formatCode>d/m/yyyy</c:formatCode>
                <c:ptCount val="457"/>
                <c:pt idx="0">
                  <c:v>21551</c:v>
                </c:pt>
                <c:pt idx="1">
                  <c:v>21552</c:v>
                </c:pt>
                <c:pt idx="2">
                  <c:v>21553</c:v>
                </c:pt>
                <c:pt idx="3">
                  <c:v>21554</c:v>
                </c:pt>
                <c:pt idx="4">
                  <c:v>21555</c:v>
                </c:pt>
                <c:pt idx="5">
                  <c:v>21556</c:v>
                </c:pt>
                <c:pt idx="6">
                  <c:v>21557</c:v>
                </c:pt>
                <c:pt idx="7">
                  <c:v>21558</c:v>
                </c:pt>
                <c:pt idx="8">
                  <c:v>21559</c:v>
                </c:pt>
                <c:pt idx="9">
                  <c:v>21560</c:v>
                </c:pt>
                <c:pt idx="10">
                  <c:v>21561</c:v>
                </c:pt>
                <c:pt idx="11">
                  <c:v>21562</c:v>
                </c:pt>
                <c:pt idx="12">
                  <c:v>21563</c:v>
                </c:pt>
                <c:pt idx="13">
                  <c:v>21564</c:v>
                </c:pt>
                <c:pt idx="14">
                  <c:v>21565</c:v>
                </c:pt>
                <c:pt idx="15">
                  <c:v>21566</c:v>
                </c:pt>
                <c:pt idx="16">
                  <c:v>21567</c:v>
                </c:pt>
                <c:pt idx="17">
                  <c:v>21568</c:v>
                </c:pt>
                <c:pt idx="18">
                  <c:v>21569</c:v>
                </c:pt>
                <c:pt idx="19">
                  <c:v>21570</c:v>
                </c:pt>
                <c:pt idx="20">
                  <c:v>21571</c:v>
                </c:pt>
                <c:pt idx="21">
                  <c:v>21572</c:v>
                </c:pt>
                <c:pt idx="22">
                  <c:v>21573</c:v>
                </c:pt>
                <c:pt idx="23">
                  <c:v>21574</c:v>
                </c:pt>
                <c:pt idx="24">
                  <c:v>21575</c:v>
                </c:pt>
                <c:pt idx="25">
                  <c:v>21576</c:v>
                </c:pt>
                <c:pt idx="26">
                  <c:v>21577</c:v>
                </c:pt>
                <c:pt idx="27">
                  <c:v>21578</c:v>
                </c:pt>
                <c:pt idx="28">
                  <c:v>21579</c:v>
                </c:pt>
                <c:pt idx="29">
                  <c:v>21580</c:v>
                </c:pt>
                <c:pt idx="30">
                  <c:v>21581</c:v>
                </c:pt>
                <c:pt idx="31">
                  <c:v>21582</c:v>
                </c:pt>
                <c:pt idx="32">
                  <c:v>21583</c:v>
                </c:pt>
                <c:pt idx="33">
                  <c:v>21584</c:v>
                </c:pt>
                <c:pt idx="34">
                  <c:v>21585</c:v>
                </c:pt>
                <c:pt idx="35">
                  <c:v>21586</c:v>
                </c:pt>
                <c:pt idx="36">
                  <c:v>21587</c:v>
                </c:pt>
                <c:pt idx="37">
                  <c:v>21588</c:v>
                </c:pt>
                <c:pt idx="38">
                  <c:v>21589</c:v>
                </c:pt>
                <c:pt idx="39">
                  <c:v>21590</c:v>
                </c:pt>
                <c:pt idx="40">
                  <c:v>21591</c:v>
                </c:pt>
                <c:pt idx="41">
                  <c:v>21592</c:v>
                </c:pt>
                <c:pt idx="42">
                  <c:v>21593</c:v>
                </c:pt>
                <c:pt idx="43">
                  <c:v>21594</c:v>
                </c:pt>
                <c:pt idx="44">
                  <c:v>21595</c:v>
                </c:pt>
                <c:pt idx="45">
                  <c:v>21596</c:v>
                </c:pt>
                <c:pt idx="46">
                  <c:v>21597</c:v>
                </c:pt>
                <c:pt idx="47">
                  <c:v>21598</c:v>
                </c:pt>
                <c:pt idx="48">
                  <c:v>21599</c:v>
                </c:pt>
                <c:pt idx="49">
                  <c:v>21600</c:v>
                </c:pt>
                <c:pt idx="50">
                  <c:v>21601</c:v>
                </c:pt>
                <c:pt idx="51">
                  <c:v>21602</c:v>
                </c:pt>
                <c:pt idx="52">
                  <c:v>21603</c:v>
                </c:pt>
                <c:pt idx="53">
                  <c:v>21604</c:v>
                </c:pt>
                <c:pt idx="54">
                  <c:v>21605</c:v>
                </c:pt>
                <c:pt idx="55">
                  <c:v>21606</c:v>
                </c:pt>
                <c:pt idx="56">
                  <c:v>21607</c:v>
                </c:pt>
                <c:pt idx="57">
                  <c:v>21608</c:v>
                </c:pt>
                <c:pt idx="58">
                  <c:v>21609</c:v>
                </c:pt>
                <c:pt idx="59">
                  <c:v>21610</c:v>
                </c:pt>
                <c:pt idx="60">
                  <c:v>21611</c:v>
                </c:pt>
                <c:pt idx="61">
                  <c:v>21612</c:v>
                </c:pt>
                <c:pt idx="62">
                  <c:v>21613</c:v>
                </c:pt>
                <c:pt idx="63">
                  <c:v>21614</c:v>
                </c:pt>
                <c:pt idx="64">
                  <c:v>21615</c:v>
                </c:pt>
                <c:pt idx="65">
                  <c:v>21616</c:v>
                </c:pt>
                <c:pt idx="66">
                  <c:v>21617</c:v>
                </c:pt>
                <c:pt idx="67">
                  <c:v>21618</c:v>
                </c:pt>
                <c:pt idx="68">
                  <c:v>21619</c:v>
                </c:pt>
                <c:pt idx="69">
                  <c:v>21620</c:v>
                </c:pt>
                <c:pt idx="70">
                  <c:v>21621</c:v>
                </c:pt>
                <c:pt idx="71">
                  <c:v>21622</c:v>
                </c:pt>
                <c:pt idx="72">
                  <c:v>21623</c:v>
                </c:pt>
                <c:pt idx="73">
                  <c:v>21624</c:v>
                </c:pt>
                <c:pt idx="74">
                  <c:v>21625</c:v>
                </c:pt>
                <c:pt idx="75">
                  <c:v>21626</c:v>
                </c:pt>
                <c:pt idx="76">
                  <c:v>21627</c:v>
                </c:pt>
                <c:pt idx="77">
                  <c:v>21628</c:v>
                </c:pt>
                <c:pt idx="78">
                  <c:v>21629</c:v>
                </c:pt>
                <c:pt idx="79">
                  <c:v>21630</c:v>
                </c:pt>
                <c:pt idx="80">
                  <c:v>21631</c:v>
                </c:pt>
                <c:pt idx="81">
                  <c:v>21632</c:v>
                </c:pt>
                <c:pt idx="82">
                  <c:v>21633</c:v>
                </c:pt>
                <c:pt idx="83">
                  <c:v>21634</c:v>
                </c:pt>
                <c:pt idx="84">
                  <c:v>21635</c:v>
                </c:pt>
                <c:pt idx="85">
                  <c:v>21636</c:v>
                </c:pt>
                <c:pt idx="86">
                  <c:v>21637</c:v>
                </c:pt>
                <c:pt idx="87">
                  <c:v>21638</c:v>
                </c:pt>
                <c:pt idx="88">
                  <c:v>21639</c:v>
                </c:pt>
                <c:pt idx="89">
                  <c:v>21640</c:v>
                </c:pt>
                <c:pt idx="90">
                  <c:v>21641</c:v>
                </c:pt>
                <c:pt idx="91">
                  <c:v>21642</c:v>
                </c:pt>
                <c:pt idx="92">
                  <c:v>21643</c:v>
                </c:pt>
                <c:pt idx="93">
                  <c:v>21644</c:v>
                </c:pt>
                <c:pt idx="94">
                  <c:v>21645</c:v>
                </c:pt>
                <c:pt idx="95">
                  <c:v>21646</c:v>
                </c:pt>
                <c:pt idx="96">
                  <c:v>21647</c:v>
                </c:pt>
                <c:pt idx="97">
                  <c:v>21648</c:v>
                </c:pt>
                <c:pt idx="98">
                  <c:v>21649</c:v>
                </c:pt>
                <c:pt idx="99">
                  <c:v>21650</c:v>
                </c:pt>
                <c:pt idx="100">
                  <c:v>21651</c:v>
                </c:pt>
                <c:pt idx="101">
                  <c:v>21652</c:v>
                </c:pt>
                <c:pt idx="102">
                  <c:v>21653</c:v>
                </c:pt>
                <c:pt idx="103">
                  <c:v>21654</c:v>
                </c:pt>
                <c:pt idx="104">
                  <c:v>21655</c:v>
                </c:pt>
                <c:pt idx="105">
                  <c:v>21656</c:v>
                </c:pt>
                <c:pt idx="106">
                  <c:v>21657</c:v>
                </c:pt>
                <c:pt idx="107">
                  <c:v>21658</c:v>
                </c:pt>
                <c:pt idx="108">
                  <c:v>21659</c:v>
                </c:pt>
                <c:pt idx="109">
                  <c:v>21660</c:v>
                </c:pt>
                <c:pt idx="110">
                  <c:v>21661</c:v>
                </c:pt>
                <c:pt idx="111">
                  <c:v>21662</c:v>
                </c:pt>
                <c:pt idx="112">
                  <c:v>21663</c:v>
                </c:pt>
                <c:pt idx="113">
                  <c:v>21664</c:v>
                </c:pt>
                <c:pt idx="114">
                  <c:v>21665</c:v>
                </c:pt>
                <c:pt idx="115">
                  <c:v>21666</c:v>
                </c:pt>
                <c:pt idx="116">
                  <c:v>21667</c:v>
                </c:pt>
                <c:pt idx="117">
                  <c:v>21668</c:v>
                </c:pt>
                <c:pt idx="118">
                  <c:v>21669</c:v>
                </c:pt>
                <c:pt idx="119">
                  <c:v>21670</c:v>
                </c:pt>
                <c:pt idx="120">
                  <c:v>21671</c:v>
                </c:pt>
                <c:pt idx="121">
                  <c:v>21672</c:v>
                </c:pt>
                <c:pt idx="122">
                  <c:v>21673</c:v>
                </c:pt>
                <c:pt idx="123">
                  <c:v>21674</c:v>
                </c:pt>
                <c:pt idx="124">
                  <c:v>21675</c:v>
                </c:pt>
                <c:pt idx="125">
                  <c:v>21676</c:v>
                </c:pt>
                <c:pt idx="126">
                  <c:v>21677</c:v>
                </c:pt>
                <c:pt idx="127">
                  <c:v>21678</c:v>
                </c:pt>
                <c:pt idx="128">
                  <c:v>21679</c:v>
                </c:pt>
                <c:pt idx="129">
                  <c:v>21680</c:v>
                </c:pt>
                <c:pt idx="130">
                  <c:v>21681</c:v>
                </c:pt>
                <c:pt idx="131">
                  <c:v>21682</c:v>
                </c:pt>
                <c:pt idx="132">
                  <c:v>21683</c:v>
                </c:pt>
                <c:pt idx="133">
                  <c:v>21684</c:v>
                </c:pt>
                <c:pt idx="134">
                  <c:v>21685</c:v>
                </c:pt>
                <c:pt idx="135">
                  <c:v>21686</c:v>
                </c:pt>
                <c:pt idx="136">
                  <c:v>21687</c:v>
                </c:pt>
                <c:pt idx="137">
                  <c:v>21688</c:v>
                </c:pt>
                <c:pt idx="138">
                  <c:v>21689</c:v>
                </c:pt>
                <c:pt idx="139">
                  <c:v>21690</c:v>
                </c:pt>
                <c:pt idx="140">
                  <c:v>21691</c:v>
                </c:pt>
                <c:pt idx="141">
                  <c:v>21692</c:v>
                </c:pt>
                <c:pt idx="142">
                  <c:v>21693</c:v>
                </c:pt>
                <c:pt idx="143">
                  <c:v>21694</c:v>
                </c:pt>
                <c:pt idx="144">
                  <c:v>21695</c:v>
                </c:pt>
                <c:pt idx="145">
                  <c:v>21696</c:v>
                </c:pt>
                <c:pt idx="146">
                  <c:v>21697</c:v>
                </c:pt>
                <c:pt idx="147">
                  <c:v>21698</c:v>
                </c:pt>
                <c:pt idx="148">
                  <c:v>21699</c:v>
                </c:pt>
                <c:pt idx="149">
                  <c:v>21700</c:v>
                </c:pt>
                <c:pt idx="150">
                  <c:v>21701</c:v>
                </c:pt>
                <c:pt idx="151">
                  <c:v>21702</c:v>
                </c:pt>
                <c:pt idx="152">
                  <c:v>21703</c:v>
                </c:pt>
                <c:pt idx="153">
                  <c:v>21704</c:v>
                </c:pt>
                <c:pt idx="154">
                  <c:v>21705</c:v>
                </c:pt>
                <c:pt idx="155">
                  <c:v>21706</c:v>
                </c:pt>
                <c:pt idx="156">
                  <c:v>21707</c:v>
                </c:pt>
                <c:pt idx="157">
                  <c:v>21708</c:v>
                </c:pt>
                <c:pt idx="158">
                  <c:v>21709</c:v>
                </c:pt>
                <c:pt idx="159">
                  <c:v>21710</c:v>
                </c:pt>
                <c:pt idx="160">
                  <c:v>21711</c:v>
                </c:pt>
                <c:pt idx="161">
                  <c:v>21712</c:v>
                </c:pt>
                <c:pt idx="162">
                  <c:v>21713</c:v>
                </c:pt>
                <c:pt idx="163">
                  <c:v>21714</c:v>
                </c:pt>
                <c:pt idx="164">
                  <c:v>21715</c:v>
                </c:pt>
                <c:pt idx="165">
                  <c:v>21716</c:v>
                </c:pt>
                <c:pt idx="166">
                  <c:v>21717</c:v>
                </c:pt>
                <c:pt idx="167">
                  <c:v>21718</c:v>
                </c:pt>
                <c:pt idx="168">
                  <c:v>21719</c:v>
                </c:pt>
                <c:pt idx="169">
                  <c:v>21720</c:v>
                </c:pt>
                <c:pt idx="170">
                  <c:v>21721</c:v>
                </c:pt>
                <c:pt idx="171">
                  <c:v>21722</c:v>
                </c:pt>
                <c:pt idx="172">
                  <c:v>21723</c:v>
                </c:pt>
                <c:pt idx="173">
                  <c:v>21724</c:v>
                </c:pt>
                <c:pt idx="174">
                  <c:v>21725</c:v>
                </c:pt>
                <c:pt idx="175">
                  <c:v>21726</c:v>
                </c:pt>
                <c:pt idx="176">
                  <c:v>21727</c:v>
                </c:pt>
                <c:pt idx="177">
                  <c:v>21728</c:v>
                </c:pt>
                <c:pt idx="178">
                  <c:v>21729</c:v>
                </c:pt>
                <c:pt idx="179">
                  <c:v>21730</c:v>
                </c:pt>
                <c:pt idx="180">
                  <c:v>21731</c:v>
                </c:pt>
                <c:pt idx="181">
                  <c:v>21732</c:v>
                </c:pt>
                <c:pt idx="182">
                  <c:v>21733</c:v>
                </c:pt>
                <c:pt idx="183">
                  <c:v>21734</c:v>
                </c:pt>
                <c:pt idx="184">
                  <c:v>21735</c:v>
                </c:pt>
                <c:pt idx="185">
                  <c:v>21736</c:v>
                </c:pt>
                <c:pt idx="186">
                  <c:v>21737</c:v>
                </c:pt>
                <c:pt idx="187">
                  <c:v>21738</c:v>
                </c:pt>
                <c:pt idx="188">
                  <c:v>21739</c:v>
                </c:pt>
                <c:pt idx="189">
                  <c:v>21740</c:v>
                </c:pt>
                <c:pt idx="190">
                  <c:v>21741</c:v>
                </c:pt>
                <c:pt idx="191">
                  <c:v>21742</c:v>
                </c:pt>
                <c:pt idx="192">
                  <c:v>21743</c:v>
                </c:pt>
                <c:pt idx="193">
                  <c:v>21744</c:v>
                </c:pt>
                <c:pt idx="194">
                  <c:v>21745</c:v>
                </c:pt>
                <c:pt idx="195">
                  <c:v>21746</c:v>
                </c:pt>
                <c:pt idx="196">
                  <c:v>21747</c:v>
                </c:pt>
                <c:pt idx="197">
                  <c:v>21748</c:v>
                </c:pt>
                <c:pt idx="198">
                  <c:v>21749</c:v>
                </c:pt>
                <c:pt idx="199">
                  <c:v>21750</c:v>
                </c:pt>
                <c:pt idx="200">
                  <c:v>21751</c:v>
                </c:pt>
                <c:pt idx="201">
                  <c:v>21752</c:v>
                </c:pt>
                <c:pt idx="202">
                  <c:v>21753</c:v>
                </c:pt>
                <c:pt idx="203">
                  <c:v>21754</c:v>
                </c:pt>
                <c:pt idx="204">
                  <c:v>21755</c:v>
                </c:pt>
                <c:pt idx="205">
                  <c:v>21756</c:v>
                </c:pt>
                <c:pt idx="206">
                  <c:v>21757</c:v>
                </c:pt>
                <c:pt idx="207">
                  <c:v>21758</c:v>
                </c:pt>
                <c:pt idx="208">
                  <c:v>21759</c:v>
                </c:pt>
                <c:pt idx="209">
                  <c:v>21760</c:v>
                </c:pt>
                <c:pt idx="210">
                  <c:v>21761</c:v>
                </c:pt>
                <c:pt idx="211">
                  <c:v>21762</c:v>
                </c:pt>
                <c:pt idx="212">
                  <c:v>21763</c:v>
                </c:pt>
                <c:pt idx="213">
                  <c:v>21764</c:v>
                </c:pt>
                <c:pt idx="214">
                  <c:v>21765</c:v>
                </c:pt>
                <c:pt idx="215">
                  <c:v>21766</c:v>
                </c:pt>
                <c:pt idx="216">
                  <c:v>21767</c:v>
                </c:pt>
                <c:pt idx="217">
                  <c:v>21768</c:v>
                </c:pt>
                <c:pt idx="218">
                  <c:v>21769</c:v>
                </c:pt>
                <c:pt idx="219">
                  <c:v>21770</c:v>
                </c:pt>
                <c:pt idx="220">
                  <c:v>21771</c:v>
                </c:pt>
                <c:pt idx="221">
                  <c:v>21772</c:v>
                </c:pt>
                <c:pt idx="222">
                  <c:v>21773</c:v>
                </c:pt>
                <c:pt idx="223">
                  <c:v>21774</c:v>
                </c:pt>
                <c:pt idx="224">
                  <c:v>21775</c:v>
                </c:pt>
                <c:pt idx="225">
                  <c:v>21776</c:v>
                </c:pt>
                <c:pt idx="226">
                  <c:v>21777</c:v>
                </c:pt>
                <c:pt idx="227">
                  <c:v>21778</c:v>
                </c:pt>
                <c:pt idx="228">
                  <c:v>21779</c:v>
                </c:pt>
                <c:pt idx="229">
                  <c:v>21780</c:v>
                </c:pt>
                <c:pt idx="230">
                  <c:v>21781</c:v>
                </c:pt>
                <c:pt idx="231">
                  <c:v>21782</c:v>
                </c:pt>
                <c:pt idx="232">
                  <c:v>21783</c:v>
                </c:pt>
                <c:pt idx="233">
                  <c:v>21784</c:v>
                </c:pt>
                <c:pt idx="234">
                  <c:v>21785</c:v>
                </c:pt>
                <c:pt idx="235">
                  <c:v>21786</c:v>
                </c:pt>
                <c:pt idx="236">
                  <c:v>21787</c:v>
                </c:pt>
                <c:pt idx="237">
                  <c:v>21788</c:v>
                </c:pt>
                <c:pt idx="238">
                  <c:v>21789</c:v>
                </c:pt>
                <c:pt idx="239">
                  <c:v>21790</c:v>
                </c:pt>
                <c:pt idx="240">
                  <c:v>21791</c:v>
                </c:pt>
                <c:pt idx="241">
                  <c:v>21792</c:v>
                </c:pt>
                <c:pt idx="242">
                  <c:v>21793</c:v>
                </c:pt>
                <c:pt idx="243">
                  <c:v>21794</c:v>
                </c:pt>
                <c:pt idx="244">
                  <c:v>21795</c:v>
                </c:pt>
                <c:pt idx="245">
                  <c:v>21796</c:v>
                </c:pt>
                <c:pt idx="246">
                  <c:v>21797</c:v>
                </c:pt>
                <c:pt idx="247">
                  <c:v>21798</c:v>
                </c:pt>
                <c:pt idx="248">
                  <c:v>21799</c:v>
                </c:pt>
                <c:pt idx="249">
                  <c:v>21800</c:v>
                </c:pt>
                <c:pt idx="250">
                  <c:v>21801</c:v>
                </c:pt>
                <c:pt idx="251">
                  <c:v>21802</c:v>
                </c:pt>
                <c:pt idx="252">
                  <c:v>21803</c:v>
                </c:pt>
                <c:pt idx="253">
                  <c:v>21804</c:v>
                </c:pt>
                <c:pt idx="254">
                  <c:v>21805</c:v>
                </c:pt>
                <c:pt idx="255">
                  <c:v>21806</c:v>
                </c:pt>
                <c:pt idx="256">
                  <c:v>21807</c:v>
                </c:pt>
                <c:pt idx="257">
                  <c:v>21808</c:v>
                </c:pt>
                <c:pt idx="258">
                  <c:v>21809</c:v>
                </c:pt>
                <c:pt idx="259">
                  <c:v>21810</c:v>
                </c:pt>
                <c:pt idx="260">
                  <c:v>21811</c:v>
                </c:pt>
                <c:pt idx="261">
                  <c:v>21812</c:v>
                </c:pt>
                <c:pt idx="262">
                  <c:v>21813</c:v>
                </c:pt>
                <c:pt idx="263">
                  <c:v>21814</c:v>
                </c:pt>
                <c:pt idx="264">
                  <c:v>21815</c:v>
                </c:pt>
                <c:pt idx="265">
                  <c:v>21816</c:v>
                </c:pt>
                <c:pt idx="266">
                  <c:v>21817</c:v>
                </c:pt>
                <c:pt idx="267">
                  <c:v>21818</c:v>
                </c:pt>
                <c:pt idx="268">
                  <c:v>21819</c:v>
                </c:pt>
                <c:pt idx="269">
                  <c:v>21820</c:v>
                </c:pt>
                <c:pt idx="270">
                  <c:v>21821</c:v>
                </c:pt>
                <c:pt idx="271">
                  <c:v>21822</c:v>
                </c:pt>
                <c:pt idx="272">
                  <c:v>21823</c:v>
                </c:pt>
                <c:pt idx="273">
                  <c:v>21824</c:v>
                </c:pt>
                <c:pt idx="274">
                  <c:v>21825</c:v>
                </c:pt>
                <c:pt idx="275">
                  <c:v>21826</c:v>
                </c:pt>
                <c:pt idx="276">
                  <c:v>21827</c:v>
                </c:pt>
                <c:pt idx="277">
                  <c:v>21828</c:v>
                </c:pt>
                <c:pt idx="278">
                  <c:v>21829</c:v>
                </c:pt>
                <c:pt idx="279">
                  <c:v>21830</c:v>
                </c:pt>
                <c:pt idx="280">
                  <c:v>21831</c:v>
                </c:pt>
                <c:pt idx="281">
                  <c:v>21832</c:v>
                </c:pt>
                <c:pt idx="282">
                  <c:v>21833</c:v>
                </c:pt>
                <c:pt idx="283">
                  <c:v>21834</c:v>
                </c:pt>
                <c:pt idx="284">
                  <c:v>21835</c:v>
                </c:pt>
                <c:pt idx="285">
                  <c:v>21836</c:v>
                </c:pt>
                <c:pt idx="286">
                  <c:v>21837</c:v>
                </c:pt>
                <c:pt idx="287">
                  <c:v>21838</c:v>
                </c:pt>
                <c:pt idx="288">
                  <c:v>21839</c:v>
                </c:pt>
                <c:pt idx="289">
                  <c:v>21840</c:v>
                </c:pt>
                <c:pt idx="290">
                  <c:v>21841</c:v>
                </c:pt>
                <c:pt idx="291">
                  <c:v>21842</c:v>
                </c:pt>
                <c:pt idx="292">
                  <c:v>21843</c:v>
                </c:pt>
                <c:pt idx="293">
                  <c:v>21844</c:v>
                </c:pt>
                <c:pt idx="294">
                  <c:v>21845</c:v>
                </c:pt>
                <c:pt idx="295">
                  <c:v>21846</c:v>
                </c:pt>
                <c:pt idx="296">
                  <c:v>21847</c:v>
                </c:pt>
                <c:pt idx="297">
                  <c:v>21848</c:v>
                </c:pt>
                <c:pt idx="298">
                  <c:v>21849</c:v>
                </c:pt>
                <c:pt idx="299">
                  <c:v>21850</c:v>
                </c:pt>
                <c:pt idx="300">
                  <c:v>21851</c:v>
                </c:pt>
                <c:pt idx="301">
                  <c:v>21852</c:v>
                </c:pt>
                <c:pt idx="302">
                  <c:v>21853</c:v>
                </c:pt>
                <c:pt idx="303">
                  <c:v>21854</c:v>
                </c:pt>
                <c:pt idx="304">
                  <c:v>21855</c:v>
                </c:pt>
                <c:pt idx="305">
                  <c:v>21856</c:v>
                </c:pt>
                <c:pt idx="306">
                  <c:v>21857</c:v>
                </c:pt>
                <c:pt idx="307">
                  <c:v>21858</c:v>
                </c:pt>
                <c:pt idx="308">
                  <c:v>21859</c:v>
                </c:pt>
                <c:pt idx="309">
                  <c:v>21860</c:v>
                </c:pt>
                <c:pt idx="310">
                  <c:v>21861</c:v>
                </c:pt>
                <c:pt idx="311">
                  <c:v>21862</c:v>
                </c:pt>
                <c:pt idx="312">
                  <c:v>21863</c:v>
                </c:pt>
                <c:pt idx="313">
                  <c:v>21864</c:v>
                </c:pt>
                <c:pt idx="314">
                  <c:v>21865</c:v>
                </c:pt>
                <c:pt idx="315">
                  <c:v>21866</c:v>
                </c:pt>
                <c:pt idx="316">
                  <c:v>21867</c:v>
                </c:pt>
                <c:pt idx="317">
                  <c:v>21868</c:v>
                </c:pt>
                <c:pt idx="318">
                  <c:v>21869</c:v>
                </c:pt>
                <c:pt idx="319">
                  <c:v>21870</c:v>
                </c:pt>
                <c:pt idx="320">
                  <c:v>21871</c:v>
                </c:pt>
                <c:pt idx="321">
                  <c:v>21872</c:v>
                </c:pt>
                <c:pt idx="322">
                  <c:v>21873</c:v>
                </c:pt>
                <c:pt idx="323">
                  <c:v>21874</c:v>
                </c:pt>
                <c:pt idx="324">
                  <c:v>21875</c:v>
                </c:pt>
                <c:pt idx="325">
                  <c:v>21876</c:v>
                </c:pt>
                <c:pt idx="326">
                  <c:v>21877</c:v>
                </c:pt>
                <c:pt idx="327">
                  <c:v>21878</c:v>
                </c:pt>
                <c:pt idx="328">
                  <c:v>21879</c:v>
                </c:pt>
                <c:pt idx="329">
                  <c:v>21880</c:v>
                </c:pt>
                <c:pt idx="330">
                  <c:v>21881</c:v>
                </c:pt>
                <c:pt idx="331">
                  <c:v>21882</c:v>
                </c:pt>
                <c:pt idx="332">
                  <c:v>21883</c:v>
                </c:pt>
                <c:pt idx="333">
                  <c:v>21884</c:v>
                </c:pt>
                <c:pt idx="334">
                  <c:v>21885</c:v>
                </c:pt>
                <c:pt idx="335">
                  <c:v>21886</c:v>
                </c:pt>
                <c:pt idx="336">
                  <c:v>21887</c:v>
                </c:pt>
                <c:pt idx="337">
                  <c:v>21888</c:v>
                </c:pt>
                <c:pt idx="338">
                  <c:v>21889</c:v>
                </c:pt>
                <c:pt idx="339">
                  <c:v>21890</c:v>
                </c:pt>
                <c:pt idx="340">
                  <c:v>21891</c:v>
                </c:pt>
                <c:pt idx="341">
                  <c:v>21892</c:v>
                </c:pt>
                <c:pt idx="342">
                  <c:v>21893</c:v>
                </c:pt>
                <c:pt idx="343">
                  <c:v>21894</c:v>
                </c:pt>
                <c:pt idx="344">
                  <c:v>21895</c:v>
                </c:pt>
                <c:pt idx="345">
                  <c:v>21896</c:v>
                </c:pt>
                <c:pt idx="346">
                  <c:v>21897</c:v>
                </c:pt>
                <c:pt idx="347">
                  <c:v>21898</c:v>
                </c:pt>
                <c:pt idx="348">
                  <c:v>21899</c:v>
                </c:pt>
                <c:pt idx="349">
                  <c:v>21900</c:v>
                </c:pt>
                <c:pt idx="350">
                  <c:v>21901</c:v>
                </c:pt>
                <c:pt idx="351">
                  <c:v>21902</c:v>
                </c:pt>
                <c:pt idx="352">
                  <c:v>21903</c:v>
                </c:pt>
                <c:pt idx="353">
                  <c:v>21904</c:v>
                </c:pt>
                <c:pt idx="354">
                  <c:v>21905</c:v>
                </c:pt>
                <c:pt idx="355">
                  <c:v>21906</c:v>
                </c:pt>
                <c:pt idx="356">
                  <c:v>21907</c:v>
                </c:pt>
                <c:pt idx="357">
                  <c:v>21908</c:v>
                </c:pt>
                <c:pt idx="358">
                  <c:v>21909</c:v>
                </c:pt>
                <c:pt idx="359">
                  <c:v>21910</c:v>
                </c:pt>
                <c:pt idx="360">
                  <c:v>21911</c:v>
                </c:pt>
                <c:pt idx="361">
                  <c:v>21912</c:v>
                </c:pt>
                <c:pt idx="362">
                  <c:v>21913</c:v>
                </c:pt>
                <c:pt idx="363">
                  <c:v>21914</c:v>
                </c:pt>
                <c:pt idx="364">
                  <c:v>21915</c:v>
                </c:pt>
                <c:pt idx="365">
                  <c:v>21916</c:v>
                </c:pt>
                <c:pt idx="366">
                  <c:v>21917</c:v>
                </c:pt>
                <c:pt idx="367">
                  <c:v>21918</c:v>
                </c:pt>
                <c:pt idx="368">
                  <c:v>21919</c:v>
                </c:pt>
                <c:pt idx="369">
                  <c:v>21920</c:v>
                </c:pt>
                <c:pt idx="370">
                  <c:v>21921</c:v>
                </c:pt>
                <c:pt idx="371">
                  <c:v>21922</c:v>
                </c:pt>
                <c:pt idx="372">
                  <c:v>21923</c:v>
                </c:pt>
                <c:pt idx="373">
                  <c:v>21924</c:v>
                </c:pt>
                <c:pt idx="374">
                  <c:v>21925</c:v>
                </c:pt>
                <c:pt idx="375">
                  <c:v>21926</c:v>
                </c:pt>
                <c:pt idx="376">
                  <c:v>21927</c:v>
                </c:pt>
                <c:pt idx="377">
                  <c:v>21928</c:v>
                </c:pt>
                <c:pt idx="378">
                  <c:v>21929</c:v>
                </c:pt>
                <c:pt idx="379">
                  <c:v>21930</c:v>
                </c:pt>
                <c:pt idx="380">
                  <c:v>21931</c:v>
                </c:pt>
                <c:pt idx="381">
                  <c:v>21932</c:v>
                </c:pt>
                <c:pt idx="382">
                  <c:v>21933</c:v>
                </c:pt>
                <c:pt idx="383">
                  <c:v>21934</c:v>
                </c:pt>
                <c:pt idx="384">
                  <c:v>21935</c:v>
                </c:pt>
                <c:pt idx="385">
                  <c:v>21936</c:v>
                </c:pt>
                <c:pt idx="386">
                  <c:v>21937</c:v>
                </c:pt>
                <c:pt idx="387">
                  <c:v>21938</c:v>
                </c:pt>
                <c:pt idx="388">
                  <c:v>21939</c:v>
                </c:pt>
                <c:pt idx="389">
                  <c:v>21940</c:v>
                </c:pt>
                <c:pt idx="390">
                  <c:v>21941</c:v>
                </c:pt>
                <c:pt idx="391">
                  <c:v>21942</c:v>
                </c:pt>
                <c:pt idx="392">
                  <c:v>21943</c:v>
                </c:pt>
                <c:pt idx="393">
                  <c:v>21944</c:v>
                </c:pt>
                <c:pt idx="394">
                  <c:v>21945</c:v>
                </c:pt>
                <c:pt idx="395">
                  <c:v>21946</c:v>
                </c:pt>
                <c:pt idx="396">
                  <c:v>21947</c:v>
                </c:pt>
                <c:pt idx="397">
                  <c:v>21948</c:v>
                </c:pt>
                <c:pt idx="398">
                  <c:v>21949</c:v>
                </c:pt>
                <c:pt idx="399">
                  <c:v>21950</c:v>
                </c:pt>
                <c:pt idx="400">
                  <c:v>21951</c:v>
                </c:pt>
                <c:pt idx="401">
                  <c:v>21952</c:v>
                </c:pt>
                <c:pt idx="402">
                  <c:v>21953</c:v>
                </c:pt>
                <c:pt idx="403">
                  <c:v>21954</c:v>
                </c:pt>
                <c:pt idx="404">
                  <c:v>21955</c:v>
                </c:pt>
                <c:pt idx="405">
                  <c:v>21956</c:v>
                </c:pt>
                <c:pt idx="406">
                  <c:v>21957</c:v>
                </c:pt>
                <c:pt idx="407">
                  <c:v>21958</c:v>
                </c:pt>
                <c:pt idx="408">
                  <c:v>21959</c:v>
                </c:pt>
                <c:pt idx="409">
                  <c:v>21960</c:v>
                </c:pt>
                <c:pt idx="410">
                  <c:v>21961</c:v>
                </c:pt>
                <c:pt idx="411">
                  <c:v>21962</c:v>
                </c:pt>
                <c:pt idx="412">
                  <c:v>21963</c:v>
                </c:pt>
                <c:pt idx="413">
                  <c:v>21964</c:v>
                </c:pt>
                <c:pt idx="414">
                  <c:v>21965</c:v>
                </c:pt>
                <c:pt idx="415">
                  <c:v>21966</c:v>
                </c:pt>
                <c:pt idx="416">
                  <c:v>21967</c:v>
                </c:pt>
                <c:pt idx="417">
                  <c:v>21968</c:v>
                </c:pt>
                <c:pt idx="418">
                  <c:v>21969</c:v>
                </c:pt>
                <c:pt idx="419">
                  <c:v>21970</c:v>
                </c:pt>
                <c:pt idx="420">
                  <c:v>21971</c:v>
                </c:pt>
                <c:pt idx="421">
                  <c:v>21972</c:v>
                </c:pt>
                <c:pt idx="422">
                  <c:v>21973</c:v>
                </c:pt>
                <c:pt idx="423">
                  <c:v>21974</c:v>
                </c:pt>
                <c:pt idx="424">
                  <c:v>21975</c:v>
                </c:pt>
                <c:pt idx="425">
                  <c:v>21976</c:v>
                </c:pt>
                <c:pt idx="426">
                  <c:v>21977</c:v>
                </c:pt>
                <c:pt idx="427">
                  <c:v>21978</c:v>
                </c:pt>
                <c:pt idx="428">
                  <c:v>21979</c:v>
                </c:pt>
                <c:pt idx="429">
                  <c:v>21980</c:v>
                </c:pt>
                <c:pt idx="430">
                  <c:v>21981</c:v>
                </c:pt>
                <c:pt idx="431">
                  <c:v>21982</c:v>
                </c:pt>
                <c:pt idx="432">
                  <c:v>21983</c:v>
                </c:pt>
                <c:pt idx="433">
                  <c:v>21984</c:v>
                </c:pt>
                <c:pt idx="434">
                  <c:v>21985</c:v>
                </c:pt>
                <c:pt idx="435">
                  <c:v>21986</c:v>
                </c:pt>
                <c:pt idx="436">
                  <c:v>21987</c:v>
                </c:pt>
                <c:pt idx="437">
                  <c:v>21988</c:v>
                </c:pt>
                <c:pt idx="438">
                  <c:v>21989</c:v>
                </c:pt>
                <c:pt idx="439">
                  <c:v>21990</c:v>
                </c:pt>
                <c:pt idx="440">
                  <c:v>21991</c:v>
                </c:pt>
                <c:pt idx="441">
                  <c:v>21992</c:v>
                </c:pt>
                <c:pt idx="442">
                  <c:v>21993</c:v>
                </c:pt>
                <c:pt idx="443">
                  <c:v>21994</c:v>
                </c:pt>
                <c:pt idx="444">
                  <c:v>21995</c:v>
                </c:pt>
                <c:pt idx="445">
                  <c:v>21996</c:v>
                </c:pt>
                <c:pt idx="446">
                  <c:v>21997</c:v>
                </c:pt>
                <c:pt idx="447">
                  <c:v>21998</c:v>
                </c:pt>
                <c:pt idx="448">
                  <c:v>21999</c:v>
                </c:pt>
                <c:pt idx="449">
                  <c:v>22000</c:v>
                </c:pt>
                <c:pt idx="450">
                  <c:v>22001</c:v>
                </c:pt>
                <c:pt idx="451">
                  <c:v>22002</c:v>
                </c:pt>
                <c:pt idx="452">
                  <c:v>22003</c:v>
                </c:pt>
                <c:pt idx="453">
                  <c:v>22004</c:v>
                </c:pt>
                <c:pt idx="454">
                  <c:v>22005</c:v>
                </c:pt>
                <c:pt idx="455">
                  <c:v>22006</c:v>
                </c:pt>
                <c:pt idx="456">
                  <c:v>22007</c:v>
                </c:pt>
              </c:numCache>
            </c:numRef>
          </c:cat>
          <c:val>
            <c:numRef>
              <c:f>'exponential smooth analysis'!$D$2:$D$458</c:f>
              <c:numCache>
                <c:formatCode>General</c:formatCode>
                <c:ptCount val="457"/>
                <c:pt idx="364" formatCode="0.00">
                  <c:v>50</c:v>
                </c:pt>
                <c:pt idx="365" formatCode="0.00">
                  <c:v>32.414654408906244</c:v>
                </c:pt>
                <c:pt idx="366" formatCode="0.00">
                  <c:v>29.41854786793655</c:v>
                </c:pt>
                <c:pt idx="367" formatCode="0.00">
                  <c:v>29.210790583550015</c:v>
                </c:pt>
                <c:pt idx="368" formatCode="0.00">
                  <c:v>38.898706473903815</c:v>
                </c:pt>
                <c:pt idx="369" formatCode="0.00">
                  <c:v>32.925958073517805</c:v>
                </c:pt>
                <c:pt idx="370" formatCode="0.00">
                  <c:v>33.46686144441432</c:v>
                </c:pt>
                <c:pt idx="371" formatCode="0.00">
                  <c:v>30.795409942019152</c:v>
                </c:pt>
                <c:pt idx="372" formatCode="0.00">
                  <c:v>28.53241249700163</c:v>
                </c:pt>
                <c:pt idx="373" formatCode="0.00">
                  <c:v>25.615297518648745</c:v>
                </c:pt>
                <c:pt idx="374" formatCode="0.00">
                  <c:v>25.481029439801333</c:v>
                </c:pt>
                <c:pt idx="375" formatCode="0.00">
                  <c:v>35.237521653113248</c:v>
                </c:pt>
                <c:pt idx="376" formatCode="0.00">
                  <c:v>29.328940685029377</c:v>
                </c:pt>
                <c:pt idx="377" formatCode="0.00">
                  <c:v>29.93003656414654</c:v>
                </c:pt>
                <c:pt idx="378" formatCode="0.00">
                  <c:v>27.315178729394805</c:v>
                </c:pt>
                <c:pt idx="379" formatCode="0.00">
                  <c:v>25.274689608643374</c:v>
                </c:pt>
                <c:pt idx="380" formatCode="0.00">
                  <c:v>22.399147617220663</c:v>
                </c:pt>
                <c:pt idx="381" formatCode="0.00">
                  <c:v>22.304417209253565</c:v>
                </c:pt>
                <c:pt idx="382" formatCode="0.00">
                  <c:v>32.098561040360948</c:v>
                </c:pt>
                <c:pt idx="383" formatCode="0.00">
                  <c:v>26.225880019520226</c:v>
                </c:pt>
                <c:pt idx="384" formatCode="0.00">
                  <c:v>26.861245539538224</c:v>
                </c:pt>
                <c:pt idx="385" formatCode="0.00">
                  <c:v>24.27913696890926</c:v>
                </c:pt>
                <c:pt idx="386" formatCode="0.00">
                  <c:v>22.378100637382609</c:v>
                </c:pt>
                <c:pt idx="387" formatCode="0.00">
                  <c:v>19.528281345380467</c:v>
                </c:pt>
                <c:pt idx="388" formatCode="0.00">
                  <c:v>19.458281827703725</c:v>
                </c:pt>
                <c:pt idx="389" formatCode="0.00">
                  <c:v>29.276220148020414</c:v>
                </c:pt>
                <c:pt idx="390" formatCode="0.00">
                  <c:v>23.426448409956848</c:v>
                </c:pt>
                <c:pt idx="391" formatCode="0.00">
                  <c:v>24.08388539119122</c:v>
                </c:pt>
                <c:pt idx="392" formatCode="0.00">
                  <c:v>21.52305439254971</c:v>
                </c:pt>
                <c:pt idx="393" formatCode="0.00">
                  <c:v>19.719128830933382</c:v>
                </c:pt>
                <c:pt idx="394" formatCode="0.00">
                  <c:v>16.886648590495909</c:v>
                </c:pt>
                <c:pt idx="395" formatCode="0.00">
                  <c:v>16.833426383725545</c:v>
                </c:pt>
                <c:pt idx="396" formatCode="0.00">
                  <c:v>26.667605613231686</c:v>
                </c:pt>
                <c:pt idx="397" formatCode="0.00">
                  <c:v>20.833562166420574</c:v>
                </c:pt>
                <c:pt idx="398" formatCode="0.00">
                  <c:v>21.506237170099535</c:v>
                </c:pt>
                <c:pt idx="399" formatCode="0.00">
                  <c:v>18.960174948851929</c:v>
                </c:pt>
                <c:pt idx="400" formatCode="0.00">
                  <c:v>17.228399490386408</c:v>
                </c:pt>
                <c:pt idx="401" formatCode="0.00">
                  <c:v>14.408223351326622</c:v>
                </c:pt>
                <c:pt idx="402" formatCode="0.00">
                  <c:v>14.366955341805426</c:v>
                </c:pt>
                <c:pt idx="403" formatCode="0.00">
                  <c:v>24.212752089776494</c:v>
                </c:pt>
                <c:pt idx="404" formatCode="0.00">
                  <c:v>18.390002029036616</c:v>
                </c:pt>
                <c:pt idx="405" formatCode="0.00">
                  <c:v>19.073658197904024</c:v>
                </c:pt>
                <c:pt idx="406" formatCode="0.00">
                  <c:v>16.5382762382199</c:v>
                </c:pt>
                <c:pt idx="407" formatCode="0.00">
                  <c:v>14.862515363988024</c:v>
                </c:pt>
                <c:pt idx="408" formatCode="0.00">
                  <c:v>12.051357835491565</c:v>
                </c:pt>
                <c:pt idx="409" formatCode="0.00">
                  <c:v>12.018875729807299</c:v>
                </c:pt>
                <c:pt idx="410" formatCode="0.00">
                  <c:v>21.873233237879447</c:v>
                </c:pt>
                <c:pt idx="411" formatCode="0.00">
                  <c:v>16.058826023617669</c:v>
                </c:pt>
                <c:pt idx="412" formatCode="0.00">
                  <c:v>16.75061404111942</c:v>
                </c:pt>
                <c:pt idx="413" formatCode="0.00">
                  <c:v>14.223159550968859</c:v>
                </c:pt>
                <c:pt idx="414" formatCode="0.00">
                  <c:v>12.592292381580393</c:v>
                </c:pt>
                <c:pt idx="415" formatCode="0.00">
                  <c:v>9.7878800722301733</c:v>
                </c:pt>
                <c:pt idx="416" formatCode="0.00">
                  <c:v>9.761980865389468</c:v>
                </c:pt>
                <c:pt idx="417" formatCode="0.00">
                  <c:v>19.622763575721336</c:v>
                </c:pt>
                <c:pt idx="418" formatCode="0.00">
                  <c:v>13.814628313205368</c:v>
                </c:pt>
                <c:pt idx="419" formatCode="0.00">
                  <c:v>14.512539309003508</c:v>
                </c:pt>
                <c:pt idx="420" formatCode="0.00">
                  <c:v>11.991062939894285</c:v>
                </c:pt>
                <c:pt idx="421" formatCode="0.00">
                  <c:v>10.397053972219801</c:v>
                </c:pt>
                <c:pt idx="422" formatCode="0.00">
                  <c:v>7.5977436011081636</c:v>
                </c:pt>
                <c:pt idx="423" formatCode="0.00">
                  <c:v>7.5768289537686542</c:v>
                </c:pt>
                <c:pt idx="424" formatCode="0.00">
                  <c:v>17.442481819014844</c:v>
                </c:pt>
                <c:pt idx="425" formatCode="0.00">
                  <c:v>11.639105179852955</c:v>
                </c:pt>
                <c:pt idx="426" formatCode="0.00">
                  <c:v>12.341666043702332</c:v>
                </c:pt>
                <c:pt idx="427" formatCode="0.00">
                  <c:v>9.8247334709574901</c:v>
                </c:pt>
                <c:pt idx="428" formatCode="0.00">
                  <c:v>8.2615618009675345</c:v>
                </c:pt>
                <c:pt idx="429" formatCode="0.00">
                  <c:v>5.4661247718831447</c:v>
                </c:pt>
                <c:pt idx="430" formatCode="0.00">
                  <c:v>5.448996177348242</c:v>
                </c:pt>
                <c:pt idx="431" formatCode="0.00">
                  <c:v>15.318349796922668</c:v>
                </c:pt>
                <c:pt idx="432" formatCode="0.00">
                  <c:v>9.5185905438160816</c:v>
                </c:pt>
                <c:pt idx="433" formatCode="0.00">
                  <c:v>10.224687297439644</c:v>
                </c:pt>
                <c:pt idx="434" formatCode="0.00">
                  <c:v>7.7112109341906105</c:v>
                </c:pt>
                <c:pt idx="435" formatCode="0.00">
                  <c:v>6.1742332676997407</c:v>
                </c:pt>
                <c:pt idx="436" formatCode="0.00">
                  <c:v>3.3817260343726829</c:v>
                </c:pt>
                <c:pt idx="437" formatCode="0.00">
                  <c:v>3.3674608694166821</c:v>
                </c:pt>
                <c:pt idx="438" formatCode="0.00">
                  <c:v>13.239612927959335</c:v>
                </c:pt>
                <c:pt idx="439" formatCode="0.00">
                  <c:v>7.4425884610404296</c:v>
                </c:pt>
                <c:pt idx="440" formatCode="0.00">
                  <c:v>8.1513576494733826</c:v>
                </c:pt>
                <c:pt idx="441" formatCode="0.00">
                  <c:v>5.640492635884641</c:v>
                </c:pt>
                <c:pt idx="442" formatCode="0.00">
                  <c:v>4.1260431788882954</c:v>
                </c:pt>
                <c:pt idx="443" formatCode="0.00">
                  <c:v>1.3357251290097025</c:v>
                </c:pt>
                <c:pt idx="444" formatCode="0.00">
                  <c:v>1.3235977869410149</c:v>
                </c:pt>
                <c:pt idx="445" formatCode="0.00">
                  <c:v>11.197837283140366</c:v>
                </c:pt>
                <c:pt idx="446" formatCode="0.00">
                  <c:v>5.4028508196749101</c:v>
                </c:pt>
                <c:pt idx="447" formatCode="0.00">
                  <c:v>6.113609504847382</c:v>
                </c:pt>
                <c:pt idx="448" formatCode="0.00">
                  <c:v>3.6046863859715259</c:v>
                </c:pt>
                <c:pt idx="449" formatCode="0.00">
                  <c:v>2.1098142628827361</c:v>
                </c:pt>
                <c:pt idx="450" formatCode="0.00">
                  <c:v>-0.67890650983567014</c:v>
                </c:pt>
                <c:pt idx="451" formatCode="0.00">
                  <c:v>-0.68947689365941756</c:v>
                </c:pt>
                <c:pt idx="452" formatCode="0.00">
                  <c:v>9.1862799481782531</c:v>
                </c:pt>
                <c:pt idx="453" formatCode="0.00">
                  <c:v>3.3927719079789682</c:v>
                </c:pt>
                <c:pt idx="454" formatCode="0.00">
                  <c:v>4.1049707686670445</c:v>
                </c:pt>
                <c:pt idx="455" formatCode="0.00">
                  <c:v>1.5974502370102144</c:v>
                </c:pt>
                <c:pt idx="456" formatCode="0.00">
                  <c:v>0.11974082460254465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132-466B-AAD3-CC4CACB1EE8F}"/>
            </c:ext>
          </c:extLst>
        </c:ser>
        <c:ser>
          <c:idx val="3"/>
          <c:order val="3"/>
          <c:tx>
            <c:strRef>
              <c:f>'exponential smooth analysis'!$E$1</c:f>
              <c:strCache>
                <c:ptCount val="1"/>
                <c:pt idx="0">
                  <c:v>Upper Confidence Bound(Daily sales)</c:v>
                </c:pt>
              </c:strCache>
            </c:strRef>
          </c:tx>
          <c:spPr>
            <a:ln w="12700" cap="rnd">
              <a:solidFill>
                <a:srgbClr val="ED7D31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'exponential smooth analysis'!$A$2:$A$458</c:f>
              <c:numCache>
                <c:formatCode>d/m/yyyy</c:formatCode>
                <c:ptCount val="457"/>
                <c:pt idx="0">
                  <c:v>21551</c:v>
                </c:pt>
                <c:pt idx="1">
                  <c:v>21552</c:v>
                </c:pt>
                <c:pt idx="2">
                  <c:v>21553</c:v>
                </c:pt>
                <c:pt idx="3">
                  <c:v>21554</c:v>
                </c:pt>
                <c:pt idx="4">
                  <c:v>21555</c:v>
                </c:pt>
                <c:pt idx="5">
                  <c:v>21556</c:v>
                </c:pt>
                <c:pt idx="6">
                  <c:v>21557</c:v>
                </c:pt>
                <c:pt idx="7">
                  <c:v>21558</c:v>
                </c:pt>
                <c:pt idx="8">
                  <c:v>21559</c:v>
                </c:pt>
                <c:pt idx="9">
                  <c:v>21560</c:v>
                </c:pt>
                <c:pt idx="10">
                  <c:v>21561</c:v>
                </c:pt>
                <c:pt idx="11">
                  <c:v>21562</c:v>
                </c:pt>
                <c:pt idx="12">
                  <c:v>21563</c:v>
                </c:pt>
                <c:pt idx="13">
                  <c:v>21564</c:v>
                </c:pt>
                <c:pt idx="14">
                  <c:v>21565</c:v>
                </c:pt>
                <c:pt idx="15">
                  <c:v>21566</c:v>
                </c:pt>
                <c:pt idx="16">
                  <c:v>21567</c:v>
                </c:pt>
                <c:pt idx="17">
                  <c:v>21568</c:v>
                </c:pt>
                <c:pt idx="18">
                  <c:v>21569</c:v>
                </c:pt>
                <c:pt idx="19">
                  <c:v>21570</c:v>
                </c:pt>
                <c:pt idx="20">
                  <c:v>21571</c:v>
                </c:pt>
                <c:pt idx="21">
                  <c:v>21572</c:v>
                </c:pt>
                <c:pt idx="22">
                  <c:v>21573</c:v>
                </c:pt>
                <c:pt idx="23">
                  <c:v>21574</c:v>
                </c:pt>
                <c:pt idx="24">
                  <c:v>21575</c:v>
                </c:pt>
                <c:pt idx="25">
                  <c:v>21576</c:v>
                </c:pt>
                <c:pt idx="26">
                  <c:v>21577</c:v>
                </c:pt>
                <c:pt idx="27">
                  <c:v>21578</c:v>
                </c:pt>
                <c:pt idx="28">
                  <c:v>21579</c:v>
                </c:pt>
                <c:pt idx="29">
                  <c:v>21580</c:v>
                </c:pt>
                <c:pt idx="30">
                  <c:v>21581</c:v>
                </c:pt>
                <c:pt idx="31">
                  <c:v>21582</c:v>
                </c:pt>
                <c:pt idx="32">
                  <c:v>21583</c:v>
                </c:pt>
                <c:pt idx="33">
                  <c:v>21584</c:v>
                </c:pt>
                <c:pt idx="34">
                  <c:v>21585</c:v>
                </c:pt>
                <c:pt idx="35">
                  <c:v>21586</c:v>
                </c:pt>
                <c:pt idx="36">
                  <c:v>21587</c:v>
                </c:pt>
                <c:pt idx="37">
                  <c:v>21588</c:v>
                </c:pt>
                <c:pt idx="38">
                  <c:v>21589</c:v>
                </c:pt>
                <c:pt idx="39">
                  <c:v>21590</c:v>
                </c:pt>
                <c:pt idx="40">
                  <c:v>21591</c:v>
                </c:pt>
                <c:pt idx="41">
                  <c:v>21592</c:v>
                </c:pt>
                <c:pt idx="42">
                  <c:v>21593</c:v>
                </c:pt>
                <c:pt idx="43">
                  <c:v>21594</c:v>
                </c:pt>
                <c:pt idx="44">
                  <c:v>21595</c:v>
                </c:pt>
                <c:pt idx="45">
                  <c:v>21596</c:v>
                </c:pt>
                <c:pt idx="46">
                  <c:v>21597</c:v>
                </c:pt>
                <c:pt idx="47">
                  <c:v>21598</c:v>
                </c:pt>
                <c:pt idx="48">
                  <c:v>21599</c:v>
                </c:pt>
                <c:pt idx="49">
                  <c:v>21600</c:v>
                </c:pt>
                <c:pt idx="50">
                  <c:v>21601</c:v>
                </c:pt>
                <c:pt idx="51">
                  <c:v>21602</c:v>
                </c:pt>
                <c:pt idx="52">
                  <c:v>21603</c:v>
                </c:pt>
                <c:pt idx="53">
                  <c:v>21604</c:v>
                </c:pt>
                <c:pt idx="54">
                  <c:v>21605</c:v>
                </c:pt>
                <c:pt idx="55">
                  <c:v>21606</c:v>
                </c:pt>
                <c:pt idx="56">
                  <c:v>21607</c:v>
                </c:pt>
                <c:pt idx="57">
                  <c:v>21608</c:v>
                </c:pt>
                <c:pt idx="58">
                  <c:v>21609</c:v>
                </c:pt>
                <c:pt idx="59">
                  <c:v>21610</c:v>
                </c:pt>
                <c:pt idx="60">
                  <c:v>21611</c:v>
                </c:pt>
                <c:pt idx="61">
                  <c:v>21612</c:v>
                </c:pt>
                <c:pt idx="62">
                  <c:v>21613</c:v>
                </c:pt>
                <c:pt idx="63">
                  <c:v>21614</c:v>
                </c:pt>
                <c:pt idx="64">
                  <c:v>21615</c:v>
                </c:pt>
                <c:pt idx="65">
                  <c:v>21616</c:v>
                </c:pt>
                <c:pt idx="66">
                  <c:v>21617</c:v>
                </c:pt>
                <c:pt idx="67">
                  <c:v>21618</c:v>
                </c:pt>
                <c:pt idx="68">
                  <c:v>21619</c:v>
                </c:pt>
                <c:pt idx="69">
                  <c:v>21620</c:v>
                </c:pt>
                <c:pt idx="70">
                  <c:v>21621</c:v>
                </c:pt>
                <c:pt idx="71">
                  <c:v>21622</c:v>
                </c:pt>
                <c:pt idx="72">
                  <c:v>21623</c:v>
                </c:pt>
                <c:pt idx="73">
                  <c:v>21624</c:v>
                </c:pt>
                <c:pt idx="74">
                  <c:v>21625</c:v>
                </c:pt>
                <c:pt idx="75">
                  <c:v>21626</c:v>
                </c:pt>
                <c:pt idx="76">
                  <c:v>21627</c:v>
                </c:pt>
                <c:pt idx="77">
                  <c:v>21628</c:v>
                </c:pt>
                <c:pt idx="78">
                  <c:v>21629</c:v>
                </c:pt>
                <c:pt idx="79">
                  <c:v>21630</c:v>
                </c:pt>
                <c:pt idx="80">
                  <c:v>21631</c:v>
                </c:pt>
                <c:pt idx="81">
                  <c:v>21632</c:v>
                </c:pt>
                <c:pt idx="82">
                  <c:v>21633</c:v>
                </c:pt>
                <c:pt idx="83">
                  <c:v>21634</c:v>
                </c:pt>
                <c:pt idx="84">
                  <c:v>21635</c:v>
                </c:pt>
                <c:pt idx="85">
                  <c:v>21636</c:v>
                </c:pt>
                <c:pt idx="86">
                  <c:v>21637</c:v>
                </c:pt>
                <c:pt idx="87">
                  <c:v>21638</c:v>
                </c:pt>
                <c:pt idx="88">
                  <c:v>21639</c:v>
                </c:pt>
                <c:pt idx="89">
                  <c:v>21640</c:v>
                </c:pt>
                <c:pt idx="90">
                  <c:v>21641</c:v>
                </c:pt>
                <c:pt idx="91">
                  <c:v>21642</c:v>
                </c:pt>
                <c:pt idx="92">
                  <c:v>21643</c:v>
                </c:pt>
                <c:pt idx="93">
                  <c:v>21644</c:v>
                </c:pt>
                <c:pt idx="94">
                  <c:v>21645</c:v>
                </c:pt>
                <c:pt idx="95">
                  <c:v>21646</c:v>
                </c:pt>
                <c:pt idx="96">
                  <c:v>21647</c:v>
                </c:pt>
                <c:pt idx="97">
                  <c:v>21648</c:v>
                </c:pt>
                <c:pt idx="98">
                  <c:v>21649</c:v>
                </c:pt>
                <c:pt idx="99">
                  <c:v>21650</c:v>
                </c:pt>
                <c:pt idx="100">
                  <c:v>21651</c:v>
                </c:pt>
                <c:pt idx="101">
                  <c:v>21652</c:v>
                </c:pt>
                <c:pt idx="102">
                  <c:v>21653</c:v>
                </c:pt>
                <c:pt idx="103">
                  <c:v>21654</c:v>
                </c:pt>
                <c:pt idx="104">
                  <c:v>21655</c:v>
                </c:pt>
                <c:pt idx="105">
                  <c:v>21656</c:v>
                </c:pt>
                <c:pt idx="106">
                  <c:v>21657</c:v>
                </c:pt>
                <c:pt idx="107">
                  <c:v>21658</c:v>
                </c:pt>
                <c:pt idx="108">
                  <c:v>21659</c:v>
                </c:pt>
                <c:pt idx="109">
                  <c:v>21660</c:v>
                </c:pt>
                <c:pt idx="110">
                  <c:v>21661</c:v>
                </c:pt>
                <c:pt idx="111">
                  <c:v>21662</c:v>
                </c:pt>
                <c:pt idx="112">
                  <c:v>21663</c:v>
                </c:pt>
                <c:pt idx="113">
                  <c:v>21664</c:v>
                </c:pt>
                <c:pt idx="114">
                  <c:v>21665</c:v>
                </c:pt>
                <c:pt idx="115">
                  <c:v>21666</c:v>
                </c:pt>
                <c:pt idx="116">
                  <c:v>21667</c:v>
                </c:pt>
                <c:pt idx="117">
                  <c:v>21668</c:v>
                </c:pt>
                <c:pt idx="118">
                  <c:v>21669</c:v>
                </c:pt>
                <c:pt idx="119">
                  <c:v>21670</c:v>
                </c:pt>
                <c:pt idx="120">
                  <c:v>21671</c:v>
                </c:pt>
                <c:pt idx="121">
                  <c:v>21672</c:v>
                </c:pt>
                <c:pt idx="122">
                  <c:v>21673</c:v>
                </c:pt>
                <c:pt idx="123">
                  <c:v>21674</c:v>
                </c:pt>
                <c:pt idx="124">
                  <c:v>21675</c:v>
                </c:pt>
                <c:pt idx="125">
                  <c:v>21676</c:v>
                </c:pt>
                <c:pt idx="126">
                  <c:v>21677</c:v>
                </c:pt>
                <c:pt idx="127">
                  <c:v>21678</c:v>
                </c:pt>
                <c:pt idx="128">
                  <c:v>21679</c:v>
                </c:pt>
                <c:pt idx="129">
                  <c:v>21680</c:v>
                </c:pt>
                <c:pt idx="130">
                  <c:v>21681</c:v>
                </c:pt>
                <c:pt idx="131">
                  <c:v>21682</c:v>
                </c:pt>
                <c:pt idx="132">
                  <c:v>21683</c:v>
                </c:pt>
                <c:pt idx="133">
                  <c:v>21684</c:v>
                </c:pt>
                <c:pt idx="134">
                  <c:v>21685</c:v>
                </c:pt>
                <c:pt idx="135">
                  <c:v>21686</c:v>
                </c:pt>
                <c:pt idx="136">
                  <c:v>21687</c:v>
                </c:pt>
                <c:pt idx="137">
                  <c:v>21688</c:v>
                </c:pt>
                <c:pt idx="138">
                  <c:v>21689</c:v>
                </c:pt>
                <c:pt idx="139">
                  <c:v>21690</c:v>
                </c:pt>
                <c:pt idx="140">
                  <c:v>21691</c:v>
                </c:pt>
                <c:pt idx="141">
                  <c:v>21692</c:v>
                </c:pt>
                <c:pt idx="142">
                  <c:v>21693</c:v>
                </c:pt>
                <c:pt idx="143">
                  <c:v>21694</c:v>
                </c:pt>
                <c:pt idx="144">
                  <c:v>21695</c:v>
                </c:pt>
                <c:pt idx="145">
                  <c:v>21696</c:v>
                </c:pt>
                <c:pt idx="146">
                  <c:v>21697</c:v>
                </c:pt>
                <c:pt idx="147">
                  <c:v>21698</c:v>
                </c:pt>
                <c:pt idx="148">
                  <c:v>21699</c:v>
                </c:pt>
                <c:pt idx="149">
                  <c:v>21700</c:v>
                </c:pt>
                <c:pt idx="150">
                  <c:v>21701</c:v>
                </c:pt>
                <c:pt idx="151">
                  <c:v>21702</c:v>
                </c:pt>
                <c:pt idx="152">
                  <c:v>21703</c:v>
                </c:pt>
                <c:pt idx="153">
                  <c:v>21704</c:v>
                </c:pt>
                <c:pt idx="154">
                  <c:v>21705</c:v>
                </c:pt>
                <c:pt idx="155">
                  <c:v>21706</c:v>
                </c:pt>
                <c:pt idx="156">
                  <c:v>21707</c:v>
                </c:pt>
                <c:pt idx="157">
                  <c:v>21708</c:v>
                </c:pt>
                <c:pt idx="158">
                  <c:v>21709</c:v>
                </c:pt>
                <c:pt idx="159">
                  <c:v>21710</c:v>
                </c:pt>
                <c:pt idx="160">
                  <c:v>21711</c:v>
                </c:pt>
                <c:pt idx="161">
                  <c:v>21712</c:v>
                </c:pt>
                <c:pt idx="162">
                  <c:v>21713</c:v>
                </c:pt>
                <c:pt idx="163">
                  <c:v>21714</c:v>
                </c:pt>
                <c:pt idx="164">
                  <c:v>21715</c:v>
                </c:pt>
                <c:pt idx="165">
                  <c:v>21716</c:v>
                </c:pt>
                <c:pt idx="166">
                  <c:v>21717</c:v>
                </c:pt>
                <c:pt idx="167">
                  <c:v>21718</c:v>
                </c:pt>
                <c:pt idx="168">
                  <c:v>21719</c:v>
                </c:pt>
                <c:pt idx="169">
                  <c:v>21720</c:v>
                </c:pt>
                <c:pt idx="170">
                  <c:v>21721</c:v>
                </c:pt>
                <c:pt idx="171">
                  <c:v>21722</c:v>
                </c:pt>
                <c:pt idx="172">
                  <c:v>21723</c:v>
                </c:pt>
                <c:pt idx="173">
                  <c:v>21724</c:v>
                </c:pt>
                <c:pt idx="174">
                  <c:v>21725</c:v>
                </c:pt>
                <c:pt idx="175">
                  <c:v>21726</c:v>
                </c:pt>
                <c:pt idx="176">
                  <c:v>21727</c:v>
                </c:pt>
                <c:pt idx="177">
                  <c:v>21728</c:v>
                </c:pt>
                <c:pt idx="178">
                  <c:v>21729</c:v>
                </c:pt>
                <c:pt idx="179">
                  <c:v>21730</c:v>
                </c:pt>
                <c:pt idx="180">
                  <c:v>21731</c:v>
                </c:pt>
                <c:pt idx="181">
                  <c:v>21732</c:v>
                </c:pt>
                <c:pt idx="182">
                  <c:v>21733</c:v>
                </c:pt>
                <c:pt idx="183">
                  <c:v>21734</c:v>
                </c:pt>
                <c:pt idx="184">
                  <c:v>21735</c:v>
                </c:pt>
                <c:pt idx="185">
                  <c:v>21736</c:v>
                </c:pt>
                <c:pt idx="186">
                  <c:v>21737</c:v>
                </c:pt>
                <c:pt idx="187">
                  <c:v>21738</c:v>
                </c:pt>
                <c:pt idx="188">
                  <c:v>21739</c:v>
                </c:pt>
                <c:pt idx="189">
                  <c:v>21740</c:v>
                </c:pt>
                <c:pt idx="190">
                  <c:v>21741</c:v>
                </c:pt>
                <c:pt idx="191">
                  <c:v>21742</c:v>
                </c:pt>
                <c:pt idx="192">
                  <c:v>21743</c:v>
                </c:pt>
                <c:pt idx="193">
                  <c:v>21744</c:v>
                </c:pt>
                <c:pt idx="194">
                  <c:v>21745</c:v>
                </c:pt>
                <c:pt idx="195">
                  <c:v>21746</c:v>
                </c:pt>
                <c:pt idx="196">
                  <c:v>21747</c:v>
                </c:pt>
                <c:pt idx="197">
                  <c:v>21748</c:v>
                </c:pt>
                <c:pt idx="198">
                  <c:v>21749</c:v>
                </c:pt>
                <c:pt idx="199">
                  <c:v>21750</c:v>
                </c:pt>
                <c:pt idx="200">
                  <c:v>21751</c:v>
                </c:pt>
                <c:pt idx="201">
                  <c:v>21752</c:v>
                </c:pt>
                <c:pt idx="202">
                  <c:v>21753</c:v>
                </c:pt>
                <c:pt idx="203">
                  <c:v>21754</c:v>
                </c:pt>
                <c:pt idx="204">
                  <c:v>21755</c:v>
                </c:pt>
                <c:pt idx="205">
                  <c:v>21756</c:v>
                </c:pt>
                <c:pt idx="206">
                  <c:v>21757</c:v>
                </c:pt>
                <c:pt idx="207">
                  <c:v>21758</c:v>
                </c:pt>
                <c:pt idx="208">
                  <c:v>21759</c:v>
                </c:pt>
                <c:pt idx="209">
                  <c:v>21760</c:v>
                </c:pt>
                <c:pt idx="210">
                  <c:v>21761</c:v>
                </c:pt>
                <c:pt idx="211">
                  <c:v>21762</c:v>
                </c:pt>
                <c:pt idx="212">
                  <c:v>21763</c:v>
                </c:pt>
                <c:pt idx="213">
                  <c:v>21764</c:v>
                </c:pt>
                <c:pt idx="214">
                  <c:v>21765</c:v>
                </c:pt>
                <c:pt idx="215">
                  <c:v>21766</c:v>
                </c:pt>
                <c:pt idx="216">
                  <c:v>21767</c:v>
                </c:pt>
                <c:pt idx="217">
                  <c:v>21768</c:v>
                </c:pt>
                <c:pt idx="218">
                  <c:v>21769</c:v>
                </c:pt>
                <c:pt idx="219">
                  <c:v>21770</c:v>
                </c:pt>
                <c:pt idx="220">
                  <c:v>21771</c:v>
                </c:pt>
                <c:pt idx="221">
                  <c:v>21772</c:v>
                </c:pt>
                <c:pt idx="222">
                  <c:v>21773</c:v>
                </c:pt>
                <c:pt idx="223">
                  <c:v>21774</c:v>
                </c:pt>
                <c:pt idx="224">
                  <c:v>21775</c:v>
                </c:pt>
                <c:pt idx="225">
                  <c:v>21776</c:v>
                </c:pt>
                <c:pt idx="226">
                  <c:v>21777</c:v>
                </c:pt>
                <c:pt idx="227">
                  <c:v>21778</c:v>
                </c:pt>
                <c:pt idx="228">
                  <c:v>21779</c:v>
                </c:pt>
                <c:pt idx="229">
                  <c:v>21780</c:v>
                </c:pt>
                <c:pt idx="230">
                  <c:v>21781</c:v>
                </c:pt>
                <c:pt idx="231">
                  <c:v>21782</c:v>
                </c:pt>
                <c:pt idx="232">
                  <c:v>21783</c:v>
                </c:pt>
                <c:pt idx="233">
                  <c:v>21784</c:v>
                </c:pt>
                <c:pt idx="234">
                  <c:v>21785</c:v>
                </c:pt>
                <c:pt idx="235">
                  <c:v>21786</c:v>
                </c:pt>
                <c:pt idx="236">
                  <c:v>21787</c:v>
                </c:pt>
                <c:pt idx="237">
                  <c:v>21788</c:v>
                </c:pt>
                <c:pt idx="238">
                  <c:v>21789</c:v>
                </c:pt>
                <c:pt idx="239">
                  <c:v>21790</c:v>
                </c:pt>
                <c:pt idx="240">
                  <c:v>21791</c:v>
                </c:pt>
                <c:pt idx="241">
                  <c:v>21792</c:v>
                </c:pt>
                <c:pt idx="242">
                  <c:v>21793</c:v>
                </c:pt>
                <c:pt idx="243">
                  <c:v>21794</c:v>
                </c:pt>
                <c:pt idx="244">
                  <c:v>21795</c:v>
                </c:pt>
                <c:pt idx="245">
                  <c:v>21796</c:v>
                </c:pt>
                <c:pt idx="246">
                  <c:v>21797</c:v>
                </c:pt>
                <c:pt idx="247">
                  <c:v>21798</c:v>
                </c:pt>
                <c:pt idx="248">
                  <c:v>21799</c:v>
                </c:pt>
                <c:pt idx="249">
                  <c:v>21800</c:v>
                </c:pt>
                <c:pt idx="250">
                  <c:v>21801</c:v>
                </c:pt>
                <c:pt idx="251">
                  <c:v>21802</c:v>
                </c:pt>
                <c:pt idx="252">
                  <c:v>21803</c:v>
                </c:pt>
                <c:pt idx="253">
                  <c:v>21804</c:v>
                </c:pt>
                <c:pt idx="254">
                  <c:v>21805</c:v>
                </c:pt>
                <c:pt idx="255">
                  <c:v>21806</c:v>
                </c:pt>
                <c:pt idx="256">
                  <c:v>21807</c:v>
                </c:pt>
                <c:pt idx="257">
                  <c:v>21808</c:v>
                </c:pt>
                <c:pt idx="258">
                  <c:v>21809</c:v>
                </c:pt>
                <c:pt idx="259">
                  <c:v>21810</c:v>
                </c:pt>
                <c:pt idx="260">
                  <c:v>21811</c:v>
                </c:pt>
                <c:pt idx="261">
                  <c:v>21812</c:v>
                </c:pt>
                <c:pt idx="262">
                  <c:v>21813</c:v>
                </c:pt>
                <c:pt idx="263">
                  <c:v>21814</c:v>
                </c:pt>
                <c:pt idx="264">
                  <c:v>21815</c:v>
                </c:pt>
                <c:pt idx="265">
                  <c:v>21816</c:v>
                </c:pt>
                <c:pt idx="266">
                  <c:v>21817</c:v>
                </c:pt>
                <c:pt idx="267">
                  <c:v>21818</c:v>
                </c:pt>
                <c:pt idx="268">
                  <c:v>21819</c:v>
                </c:pt>
                <c:pt idx="269">
                  <c:v>21820</c:v>
                </c:pt>
                <c:pt idx="270">
                  <c:v>21821</c:v>
                </c:pt>
                <c:pt idx="271">
                  <c:v>21822</c:v>
                </c:pt>
                <c:pt idx="272">
                  <c:v>21823</c:v>
                </c:pt>
                <c:pt idx="273">
                  <c:v>21824</c:v>
                </c:pt>
                <c:pt idx="274">
                  <c:v>21825</c:v>
                </c:pt>
                <c:pt idx="275">
                  <c:v>21826</c:v>
                </c:pt>
                <c:pt idx="276">
                  <c:v>21827</c:v>
                </c:pt>
                <c:pt idx="277">
                  <c:v>21828</c:v>
                </c:pt>
                <c:pt idx="278">
                  <c:v>21829</c:v>
                </c:pt>
                <c:pt idx="279">
                  <c:v>21830</c:v>
                </c:pt>
                <c:pt idx="280">
                  <c:v>21831</c:v>
                </c:pt>
                <c:pt idx="281">
                  <c:v>21832</c:v>
                </c:pt>
                <c:pt idx="282">
                  <c:v>21833</c:v>
                </c:pt>
                <c:pt idx="283">
                  <c:v>21834</c:v>
                </c:pt>
                <c:pt idx="284">
                  <c:v>21835</c:v>
                </c:pt>
                <c:pt idx="285">
                  <c:v>21836</c:v>
                </c:pt>
                <c:pt idx="286">
                  <c:v>21837</c:v>
                </c:pt>
                <c:pt idx="287">
                  <c:v>21838</c:v>
                </c:pt>
                <c:pt idx="288">
                  <c:v>21839</c:v>
                </c:pt>
                <c:pt idx="289">
                  <c:v>21840</c:v>
                </c:pt>
                <c:pt idx="290">
                  <c:v>21841</c:v>
                </c:pt>
                <c:pt idx="291">
                  <c:v>21842</c:v>
                </c:pt>
                <c:pt idx="292">
                  <c:v>21843</c:v>
                </c:pt>
                <c:pt idx="293">
                  <c:v>21844</c:v>
                </c:pt>
                <c:pt idx="294">
                  <c:v>21845</c:v>
                </c:pt>
                <c:pt idx="295">
                  <c:v>21846</c:v>
                </c:pt>
                <c:pt idx="296">
                  <c:v>21847</c:v>
                </c:pt>
                <c:pt idx="297">
                  <c:v>21848</c:v>
                </c:pt>
                <c:pt idx="298">
                  <c:v>21849</c:v>
                </c:pt>
                <c:pt idx="299">
                  <c:v>21850</c:v>
                </c:pt>
                <c:pt idx="300">
                  <c:v>21851</c:v>
                </c:pt>
                <c:pt idx="301">
                  <c:v>21852</c:v>
                </c:pt>
                <c:pt idx="302">
                  <c:v>21853</c:v>
                </c:pt>
                <c:pt idx="303">
                  <c:v>21854</c:v>
                </c:pt>
                <c:pt idx="304">
                  <c:v>21855</c:v>
                </c:pt>
                <c:pt idx="305">
                  <c:v>21856</c:v>
                </c:pt>
                <c:pt idx="306">
                  <c:v>21857</c:v>
                </c:pt>
                <c:pt idx="307">
                  <c:v>21858</c:v>
                </c:pt>
                <c:pt idx="308">
                  <c:v>21859</c:v>
                </c:pt>
                <c:pt idx="309">
                  <c:v>21860</c:v>
                </c:pt>
                <c:pt idx="310">
                  <c:v>21861</c:v>
                </c:pt>
                <c:pt idx="311">
                  <c:v>21862</c:v>
                </c:pt>
                <c:pt idx="312">
                  <c:v>21863</c:v>
                </c:pt>
                <c:pt idx="313">
                  <c:v>21864</c:v>
                </c:pt>
                <c:pt idx="314">
                  <c:v>21865</c:v>
                </c:pt>
                <c:pt idx="315">
                  <c:v>21866</c:v>
                </c:pt>
                <c:pt idx="316">
                  <c:v>21867</c:v>
                </c:pt>
                <c:pt idx="317">
                  <c:v>21868</c:v>
                </c:pt>
                <c:pt idx="318">
                  <c:v>21869</c:v>
                </c:pt>
                <c:pt idx="319">
                  <c:v>21870</c:v>
                </c:pt>
                <c:pt idx="320">
                  <c:v>21871</c:v>
                </c:pt>
                <c:pt idx="321">
                  <c:v>21872</c:v>
                </c:pt>
                <c:pt idx="322">
                  <c:v>21873</c:v>
                </c:pt>
                <c:pt idx="323">
                  <c:v>21874</c:v>
                </c:pt>
                <c:pt idx="324">
                  <c:v>21875</c:v>
                </c:pt>
                <c:pt idx="325">
                  <c:v>21876</c:v>
                </c:pt>
                <c:pt idx="326">
                  <c:v>21877</c:v>
                </c:pt>
                <c:pt idx="327">
                  <c:v>21878</c:v>
                </c:pt>
                <c:pt idx="328">
                  <c:v>21879</c:v>
                </c:pt>
                <c:pt idx="329">
                  <c:v>21880</c:v>
                </c:pt>
                <c:pt idx="330">
                  <c:v>21881</c:v>
                </c:pt>
                <c:pt idx="331">
                  <c:v>21882</c:v>
                </c:pt>
                <c:pt idx="332">
                  <c:v>21883</c:v>
                </c:pt>
                <c:pt idx="333">
                  <c:v>21884</c:v>
                </c:pt>
                <c:pt idx="334">
                  <c:v>21885</c:v>
                </c:pt>
                <c:pt idx="335">
                  <c:v>21886</c:v>
                </c:pt>
                <c:pt idx="336">
                  <c:v>21887</c:v>
                </c:pt>
                <c:pt idx="337">
                  <c:v>21888</c:v>
                </c:pt>
                <c:pt idx="338">
                  <c:v>21889</c:v>
                </c:pt>
                <c:pt idx="339">
                  <c:v>21890</c:v>
                </c:pt>
                <c:pt idx="340">
                  <c:v>21891</c:v>
                </c:pt>
                <c:pt idx="341">
                  <c:v>21892</c:v>
                </c:pt>
                <c:pt idx="342">
                  <c:v>21893</c:v>
                </c:pt>
                <c:pt idx="343">
                  <c:v>21894</c:v>
                </c:pt>
                <c:pt idx="344">
                  <c:v>21895</c:v>
                </c:pt>
                <c:pt idx="345">
                  <c:v>21896</c:v>
                </c:pt>
                <c:pt idx="346">
                  <c:v>21897</c:v>
                </c:pt>
                <c:pt idx="347">
                  <c:v>21898</c:v>
                </c:pt>
                <c:pt idx="348">
                  <c:v>21899</c:v>
                </c:pt>
                <c:pt idx="349">
                  <c:v>21900</c:v>
                </c:pt>
                <c:pt idx="350">
                  <c:v>21901</c:v>
                </c:pt>
                <c:pt idx="351">
                  <c:v>21902</c:v>
                </c:pt>
                <c:pt idx="352">
                  <c:v>21903</c:v>
                </c:pt>
                <c:pt idx="353">
                  <c:v>21904</c:v>
                </c:pt>
                <c:pt idx="354">
                  <c:v>21905</c:v>
                </c:pt>
                <c:pt idx="355">
                  <c:v>21906</c:v>
                </c:pt>
                <c:pt idx="356">
                  <c:v>21907</c:v>
                </c:pt>
                <c:pt idx="357">
                  <c:v>21908</c:v>
                </c:pt>
                <c:pt idx="358">
                  <c:v>21909</c:v>
                </c:pt>
                <c:pt idx="359">
                  <c:v>21910</c:v>
                </c:pt>
                <c:pt idx="360">
                  <c:v>21911</c:v>
                </c:pt>
                <c:pt idx="361">
                  <c:v>21912</c:v>
                </c:pt>
                <c:pt idx="362">
                  <c:v>21913</c:v>
                </c:pt>
                <c:pt idx="363">
                  <c:v>21914</c:v>
                </c:pt>
                <c:pt idx="364">
                  <c:v>21915</c:v>
                </c:pt>
                <c:pt idx="365">
                  <c:v>21916</c:v>
                </c:pt>
                <c:pt idx="366">
                  <c:v>21917</c:v>
                </c:pt>
                <c:pt idx="367">
                  <c:v>21918</c:v>
                </c:pt>
                <c:pt idx="368">
                  <c:v>21919</c:v>
                </c:pt>
                <c:pt idx="369">
                  <c:v>21920</c:v>
                </c:pt>
                <c:pt idx="370">
                  <c:v>21921</c:v>
                </c:pt>
                <c:pt idx="371">
                  <c:v>21922</c:v>
                </c:pt>
                <c:pt idx="372">
                  <c:v>21923</c:v>
                </c:pt>
                <c:pt idx="373">
                  <c:v>21924</c:v>
                </c:pt>
                <c:pt idx="374">
                  <c:v>21925</c:v>
                </c:pt>
                <c:pt idx="375">
                  <c:v>21926</c:v>
                </c:pt>
                <c:pt idx="376">
                  <c:v>21927</c:v>
                </c:pt>
                <c:pt idx="377">
                  <c:v>21928</c:v>
                </c:pt>
                <c:pt idx="378">
                  <c:v>21929</c:v>
                </c:pt>
                <c:pt idx="379">
                  <c:v>21930</c:v>
                </c:pt>
                <c:pt idx="380">
                  <c:v>21931</c:v>
                </c:pt>
                <c:pt idx="381">
                  <c:v>21932</c:v>
                </c:pt>
                <c:pt idx="382">
                  <c:v>21933</c:v>
                </c:pt>
                <c:pt idx="383">
                  <c:v>21934</c:v>
                </c:pt>
                <c:pt idx="384">
                  <c:v>21935</c:v>
                </c:pt>
                <c:pt idx="385">
                  <c:v>21936</c:v>
                </c:pt>
                <c:pt idx="386">
                  <c:v>21937</c:v>
                </c:pt>
                <c:pt idx="387">
                  <c:v>21938</c:v>
                </c:pt>
                <c:pt idx="388">
                  <c:v>21939</c:v>
                </c:pt>
                <c:pt idx="389">
                  <c:v>21940</c:v>
                </c:pt>
                <c:pt idx="390">
                  <c:v>21941</c:v>
                </c:pt>
                <c:pt idx="391">
                  <c:v>21942</c:v>
                </c:pt>
                <c:pt idx="392">
                  <c:v>21943</c:v>
                </c:pt>
                <c:pt idx="393">
                  <c:v>21944</c:v>
                </c:pt>
                <c:pt idx="394">
                  <c:v>21945</c:v>
                </c:pt>
                <c:pt idx="395">
                  <c:v>21946</c:v>
                </c:pt>
                <c:pt idx="396">
                  <c:v>21947</c:v>
                </c:pt>
                <c:pt idx="397">
                  <c:v>21948</c:v>
                </c:pt>
                <c:pt idx="398">
                  <c:v>21949</c:v>
                </c:pt>
                <c:pt idx="399">
                  <c:v>21950</c:v>
                </c:pt>
                <c:pt idx="400">
                  <c:v>21951</c:v>
                </c:pt>
                <c:pt idx="401">
                  <c:v>21952</c:v>
                </c:pt>
                <c:pt idx="402">
                  <c:v>21953</c:v>
                </c:pt>
                <c:pt idx="403">
                  <c:v>21954</c:v>
                </c:pt>
                <c:pt idx="404">
                  <c:v>21955</c:v>
                </c:pt>
                <c:pt idx="405">
                  <c:v>21956</c:v>
                </c:pt>
                <c:pt idx="406">
                  <c:v>21957</c:v>
                </c:pt>
                <c:pt idx="407">
                  <c:v>21958</c:v>
                </c:pt>
                <c:pt idx="408">
                  <c:v>21959</c:v>
                </c:pt>
                <c:pt idx="409">
                  <c:v>21960</c:v>
                </c:pt>
                <c:pt idx="410">
                  <c:v>21961</c:v>
                </c:pt>
                <c:pt idx="411">
                  <c:v>21962</c:v>
                </c:pt>
                <c:pt idx="412">
                  <c:v>21963</c:v>
                </c:pt>
                <c:pt idx="413">
                  <c:v>21964</c:v>
                </c:pt>
                <c:pt idx="414">
                  <c:v>21965</c:v>
                </c:pt>
                <c:pt idx="415">
                  <c:v>21966</c:v>
                </c:pt>
                <c:pt idx="416">
                  <c:v>21967</c:v>
                </c:pt>
                <c:pt idx="417">
                  <c:v>21968</c:v>
                </c:pt>
                <c:pt idx="418">
                  <c:v>21969</c:v>
                </c:pt>
                <c:pt idx="419">
                  <c:v>21970</c:v>
                </c:pt>
                <c:pt idx="420">
                  <c:v>21971</c:v>
                </c:pt>
                <c:pt idx="421">
                  <c:v>21972</c:v>
                </c:pt>
                <c:pt idx="422">
                  <c:v>21973</c:v>
                </c:pt>
                <c:pt idx="423">
                  <c:v>21974</c:v>
                </c:pt>
                <c:pt idx="424">
                  <c:v>21975</c:v>
                </c:pt>
                <c:pt idx="425">
                  <c:v>21976</c:v>
                </c:pt>
                <c:pt idx="426">
                  <c:v>21977</c:v>
                </c:pt>
                <c:pt idx="427">
                  <c:v>21978</c:v>
                </c:pt>
                <c:pt idx="428">
                  <c:v>21979</c:v>
                </c:pt>
                <c:pt idx="429">
                  <c:v>21980</c:v>
                </c:pt>
                <c:pt idx="430">
                  <c:v>21981</c:v>
                </c:pt>
                <c:pt idx="431">
                  <c:v>21982</c:v>
                </c:pt>
                <c:pt idx="432">
                  <c:v>21983</c:v>
                </c:pt>
                <c:pt idx="433">
                  <c:v>21984</c:v>
                </c:pt>
                <c:pt idx="434">
                  <c:v>21985</c:v>
                </c:pt>
                <c:pt idx="435">
                  <c:v>21986</c:v>
                </c:pt>
                <c:pt idx="436">
                  <c:v>21987</c:v>
                </c:pt>
                <c:pt idx="437">
                  <c:v>21988</c:v>
                </c:pt>
                <c:pt idx="438">
                  <c:v>21989</c:v>
                </c:pt>
                <c:pt idx="439">
                  <c:v>21990</c:v>
                </c:pt>
                <c:pt idx="440">
                  <c:v>21991</c:v>
                </c:pt>
                <c:pt idx="441">
                  <c:v>21992</c:v>
                </c:pt>
                <c:pt idx="442">
                  <c:v>21993</c:v>
                </c:pt>
                <c:pt idx="443">
                  <c:v>21994</c:v>
                </c:pt>
                <c:pt idx="444">
                  <c:v>21995</c:v>
                </c:pt>
                <c:pt idx="445">
                  <c:v>21996</c:v>
                </c:pt>
                <c:pt idx="446">
                  <c:v>21997</c:v>
                </c:pt>
                <c:pt idx="447">
                  <c:v>21998</c:v>
                </c:pt>
                <c:pt idx="448">
                  <c:v>21999</c:v>
                </c:pt>
                <c:pt idx="449">
                  <c:v>22000</c:v>
                </c:pt>
                <c:pt idx="450">
                  <c:v>22001</c:v>
                </c:pt>
                <c:pt idx="451">
                  <c:v>22002</c:v>
                </c:pt>
                <c:pt idx="452">
                  <c:v>22003</c:v>
                </c:pt>
                <c:pt idx="453">
                  <c:v>22004</c:v>
                </c:pt>
                <c:pt idx="454">
                  <c:v>22005</c:v>
                </c:pt>
                <c:pt idx="455">
                  <c:v>22006</c:v>
                </c:pt>
                <c:pt idx="456">
                  <c:v>22007</c:v>
                </c:pt>
              </c:numCache>
            </c:numRef>
          </c:cat>
          <c:val>
            <c:numRef>
              <c:f>'exponential smooth analysis'!$E$2:$E$458</c:f>
              <c:numCache>
                <c:formatCode>General</c:formatCode>
                <c:ptCount val="457"/>
                <c:pt idx="364" formatCode="0.00">
                  <c:v>50</c:v>
                </c:pt>
                <c:pt idx="365" formatCode="0.00">
                  <c:v>61.742307572031876</c:v>
                </c:pt>
                <c:pt idx="366" formatCode="0.00">
                  <c:v>59.663080336552198</c:v>
                </c:pt>
                <c:pt idx="367" formatCode="0.00">
                  <c:v>60.352187543383543</c:v>
                </c:pt>
                <c:pt idx="368" formatCode="0.00">
                  <c:v>70.918661835731228</c:v>
                </c:pt>
                <c:pt idx="369" formatCode="0.00">
                  <c:v>65.807659287994213</c:v>
                </c:pt>
                <c:pt idx="370" formatCode="0.00">
                  <c:v>67.194810166304435</c:v>
                </c:pt>
                <c:pt idx="371" formatCode="0.00">
                  <c:v>65.355271230527634</c:v>
                </c:pt>
                <c:pt idx="372" formatCode="0.00">
                  <c:v>66.166808457810021</c:v>
                </c:pt>
                <c:pt idx="373" formatCode="0.00">
                  <c:v>64.008589659713536</c:v>
                </c:pt>
                <c:pt idx="374" formatCode="0.00">
                  <c:v>64.624207661005769</c:v>
                </c:pt>
                <c:pt idx="375" formatCode="0.00">
                  <c:v>75.122105630395339</c:v>
                </c:pt>
                <c:pt idx="376" formatCode="0.00">
                  <c:v>69.946935650356167</c:v>
                </c:pt>
                <c:pt idx="377" formatCode="0.00">
                  <c:v>71.273894020445738</c:v>
                </c:pt>
                <c:pt idx="378" formatCode="0.00">
                  <c:v>69.377761417025525</c:v>
                </c:pt>
                <c:pt idx="379" formatCode="0.00">
                  <c:v>69.966790320041824</c:v>
                </c:pt>
                <c:pt idx="380" formatCode="0.00">
                  <c:v>67.766998535015148</c:v>
                </c:pt>
                <c:pt idx="381" formatCode="0.00">
                  <c:v>68.34307886542706</c:v>
                </c:pt>
                <c:pt idx="382" formatCode="0.00">
                  <c:v>78.803325217021168</c:v>
                </c:pt>
                <c:pt idx="383" formatCode="0.00">
                  <c:v>73.592255289738858</c:v>
                </c:pt>
                <c:pt idx="384" formatCode="0.00">
                  <c:v>74.884944018927598</c:v>
                </c:pt>
                <c:pt idx="385" formatCode="0.00">
                  <c:v>72.9560621513846</c:v>
                </c:pt>
                <c:pt idx="386" formatCode="0.00">
                  <c:v>73.405638265176123</c:v>
                </c:pt>
                <c:pt idx="387" formatCode="0.00">
                  <c:v>71.180123780728891</c:v>
                </c:pt>
                <c:pt idx="388" formatCode="0.00">
                  <c:v>71.731473220850447</c:v>
                </c:pt>
                <c:pt idx="389" formatCode="0.00">
                  <c:v>82.167925083235232</c:v>
                </c:pt>
                <c:pt idx="390" formatCode="0.00">
                  <c:v>76.933945873175773</c:v>
                </c:pt>
                <c:pt idx="391" formatCode="0.00">
                  <c:v>78.204563141148142</c:v>
                </c:pt>
                <c:pt idx="392" formatCode="0.00">
                  <c:v>76.25440370161769</c:v>
                </c:pt>
                <c:pt idx="393" formatCode="0.00">
                  <c:v>76.606869045498883</c:v>
                </c:pt>
                <c:pt idx="394" formatCode="0.00">
                  <c:v>74.364015509486975</c:v>
                </c:pt>
                <c:pt idx="395" formatCode="0.00">
                  <c:v>74.898587638702168</c:v>
                </c:pt>
                <c:pt idx="396" formatCode="0.00">
                  <c:v>85.318798591897504</c:v>
                </c:pt>
                <c:pt idx="397" formatCode="0.00">
                  <c:v>80.069091090585587</c:v>
                </c:pt>
                <c:pt idx="398" formatCode="0.00">
                  <c:v>81.32447033611335</c:v>
                </c:pt>
                <c:pt idx="399" formatCode="0.00">
                  <c:v>79.359542119189001</c:v>
                </c:pt>
                <c:pt idx="400" formatCode="0.00">
                  <c:v>79.63985735991939</c:v>
                </c:pt>
                <c:pt idx="401" formatCode="0.00">
                  <c:v>77.384699722529803</c:v>
                </c:pt>
                <c:pt idx="402" formatCode="0.00">
                  <c:v>77.907317654495827</c:v>
                </c:pt>
                <c:pt idx="403" formatCode="0.00">
                  <c:v>88.315911089226233</c:v>
                </c:pt>
                <c:pt idx="404" formatCode="0.00">
                  <c:v>83.054910201843086</c:v>
                </c:pt>
                <c:pt idx="405" formatCode="0.00">
                  <c:v>84.299308282182409</c:v>
                </c:pt>
                <c:pt idx="406" formatCode="0.00">
                  <c:v>82.323699803694581</c:v>
                </c:pt>
                <c:pt idx="407" formatCode="0.00">
                  <c:v>82.548000460191304</c:v>
                </c:pt>
                <c:pt idx="408" formatCode="0.00">
                  <c:v>80.283824212238386</c:v>
                </c:pt>
                <c:pt idx="409" formatCode="0.00">
                  <c:v>80.797656240367473</c:v>
                </c:pt>
                <c:pt idx="410" formatCode="0.00">
                  <c:v>91.197688914996817</c:v>
                </c:pt>
                <c:pt idx="411" formatCode="0.00">
                  <c:v>85.928345181135569</c:v>
                </c:pt>
                <c:pt idx="412" formatCode="0.00">
                  <c:v>87.164611412840543</c:v>
                </c:pt>
                <c:pt idx="413" formatCode="0.00">
                  <c:v>85.181075464819145</c:v>
                </c:pt>
                <c:pt idx="414" formatCode="0.00">
                  <c:v>85.360482416472479</c:v>
                </c:pt>
                <c:pt idx="415" formatCode="0.00">
                  <c:v>83.089560949373322</c:v>
                </c:pt>
                <c:pt idx="416" formatCode="0.00">
                  <c:v>83.596810078658848</c:v>
                </c:pt>
                <c:pt idx="417" formatCode="0.00">
                  <c:v>93.990417551028457</c:v>
                </c:pt>
                <c:pt idx="418" formatCode="0.00">
                  <c:v>88.714801865421407</c:v>
                </c:pt>
                <c:pt idx="419" formatCode="0.00">
                  <c:v>89.944945118829992</c:v>
                </c:pt>
                <c:pt idx="420" formatCode="0.00">
                  <c:v>87.95543104976727</c:v>
                </c:pt>
                <c:pt idx="421" formatCode="0.00">
                  <c:v>88.097979799706593</c:v>
                </c:pt>
                <c:pt idx="422" formatCode="0.00">
                  <c:v>85.821956394368868</c:v>
                </c:pt>
                <c:pt idx="423" formatCode="0.00">
                  <c:v>86.324220964153199</c:v>
                </c:pt>
                <c:pt idx="424" formatCode="0.00">
                  <c:v>96.712958281608493</c:v>
                </c:pt>
                <c:pt idx="425" formatCode="0.00">
                  <c:v>91.432583972647336</c:v>
                </c:pt>
                <c:pt idx="426" formatCode="0.00">
                  <c:v>92.658077358004704</c:v>
                </c:pt>
                <c:pt idx="427" formatCode="0.00">
                  <c:v>90.66401949257758</c:v>
                </c:pt>
                <c:pt idx="428" formatCode="0.00">
                  <c:v>90.775730944832418</c:v>
                </c:pt>
                <c:pt idx="429" formatCode="0.00">
                  <c:v>88.495834197467417</c:v>
                </c:pt>
                <c:pt idx="430" formatCode="0.00">
                  <c:v>88.994312714447148</c:v>
                </c:pt>
                <c:pt idx="431" formatCode="0.00">
                  <c:v>99.379349277574192</c:v>
                </c:pt>
                <c:pt idx="432" formatCode="0.00">
                  <c:v>94.095357582557767</c:v>
                </c:pt>
                <c:pt idx="433" formatCode="0.00">
                  <c:v>95.317315078140936</c:v>
                </c:pt>
                <c:pt idx="434" formatCode="0.00">
                  <c:v>93.319801003218004</c:v>
                </c:pt>
                <c:pt idx="435" formatCode="0.00">
                  <c:v>93.405318451973727</c:v>
                </c:pt>
                <c:pt idx="436" formatCode="0.00">
                  <c:v>91.12249190885143</c:v>
                </c:pt>
                <c:pt idx="437" formatCode="0.00">
                  <c:v>91.618106996252237</c:v>
                </c:pt>
                <c:pt idx="438" formatCode="0.00">
                  <c:v>102.00034512041108</c:v>
                </c:pt>
                <c:pt idx="439" formatCode="0.00">
                  <c:v>96.713618639206942</c:v>
                </c:pt>
                <c:pt idx="440" formatCode="0.00">
                  <c:v>97.932903699980727</c:v>
                </c:pt>
                <c:pt idx="441" formatCode="0.00">
                  <c:v>95.93277827539751</c:v>
                </c:pt>
                <c:pt idx="442" formatCode="0.00">
                  <c:v>95.995767514658723</c:v>
                </c:pt>
                <c:pt idx="443" formatCode="0.00">
                  <c:v>93.710751788087933</c:v>
                </c:pt>
                <c:pt idx="444" formatCode="0.00">
                  <c:v>94.204229052601448</c:v>
                </c:pt>
                <c:pt idx="445" formatCode="0.00">
                  <c:v>104.58437973910358</c:v>
                </c:pt>
                <c:pt idx="446" formatCode="0.00">
                  <c:v>99.295615254446005</c:v>
                </c:pt>
                <c:pt idx="447" formatCode="0.00">
                  <c:v>100.51291081848026</c:v>
                </c:pt>
                <c:pt idx="448" formatCode="0.00">
                  <c:v>98.510843499184148</c:v>
                </c:pt>
                <c:pt idx="449" formatCode="0.00">
                  <c:v>98.554255404537813</c:v>
                </c:pt>
                <c:pt idx="450" formatCode="0.00">
                  <c:v>96.267642400806849</c:v>
                </c:pt>
                <c:pt idx="451" formatCode="0.00">
                  <c:v>96.759562707075418</c:v>
                </c:pt>
                <c:pt idx="452" formatCode="0.00">
                  <c:v>107.13819604793922</c:v>
                </c:pt>
                <c:pt idx="453" formatCode="0.00">
                  <c:v>101.84795314001548</c:v>
                </c:pt>
                <c:pt idx="454" formatCode="0.00">
                  <c:v>103.06380852853414</c:v>
                </c:pt>
                <c:pt idx="455" formatCode="0.00">
                  <c:v>101.060338622019</c:v>
                </c:pt>
                <c:pt idx="456" formatCode="0.00">
                  <c:v>101.08658781669155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132-466B-AAD3-CC4CACB1EE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02764943"/>
        <c:axId val="302763503"/>
      </c:lineChart>
      <c:catAx>
        <c:axId val="302764943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2763503"/>
        <c:crosses val="autoZero"/>
        <c:auto val="1"/>
        <c:lblAlgn val="ctr"/>
        <c:lblOffset val="100"/>
        <c:noMultiLvlLbl val="0"/>
      </c:catAx>
      <c:valAx>
        <c:axId val="3027635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27649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8F141-2598-93E9-679D-CE108B485E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960378-B18F-3CDD-65EE-A2183320AB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70BBC-A26E-4C50-0C25-EA2793513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38408-BDE4-451D-8D57-63398FB2E2B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659A4-3C38-4388-8106-40B47858E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3DBD3-F3FB-B8BE-575C-F7EFF5D32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67C4B-D151-4B3A-B0F6-7E977B47F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123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3364B-D5C8-9C57-5025-F6ADBDA8A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99AF2-2037-2269-DF0F-64BD383C3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8399F-8354-5585-CC08-CE2A4D88D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38408-BDE4-451D-8D57-63398FB2E2B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37D27-CC48-967C-C03C-759736C0D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CCAE0-F68C-482C-5AF0-FCCFB80CC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67C4B-D151-4B3A-B0F6-7E977B47F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12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6E6C0-95CE-E4F7-1108-5A0712D70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45806-49C1-163A-166E-FBA608C32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1DB4E-3AC3-076E-F5A1-85F2EB4CD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38408-BDE4-451D-8D57-63398FB2E2B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1CFF2-8053-2C14-A73E-4B388D75E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11B0A-1B55-895C-7DD4-C6FDDA7CA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67C4B-D151-4B3A-B0F6-7E977B47F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61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C5D8D-106F-2C54-F3D6-A440BD48A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98BA9-DF54-EDA8-2935-0C42559A05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C83F7E-70D1-F921-6F3C-7C171108AE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DDA121-D8F6-2AE2-AE15-D105A7ED7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38408-BDE4-451D-8D57-63398FB2E2B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BB125D-5D71-52D6-3590-802651994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23D593-5375-FB0A-D592-9C18E8727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67C4B-D151-4B3A-B0F6-7E977B47F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192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3F60C-7CAF-9726-6DE7-CAD6D3CD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3DF4E-DBDA-A6B9-B985-90D3F6BCF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781D8-4736-EEAF-0B4A-B958BF0A89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54CB6D-EA62-3CA7-1960-8E5E95CE98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CF23BC-E589-5E15-A403-1E99D5E24B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222898-2154-E7F1-1201-A48DDD1E1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38408-BDE4-451D-8D57-63398FB2E2B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B3F77A-DD3B-A556-F15C-055E84670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40D682-431B-2E36-2B8B-2D49C2536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67C4B-D151-4B3A-B0F6-7E977B47F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613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2BF8D-0AC9-329D-646F-582E70E3C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60F6B3-CA36-B185-D8F1-99812CAB8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38408-BDE4-451D-8D57-63398FB2E2B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3DDC4-AF50-97A2-5845-1CEA3A307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D226B4-7620-0E49-1FBB-2BE668F7D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67C4B-D151-4B3A-B0F6-7E977B47F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487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4A932-8F34-10C1-1A46-D10B33C24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38408-BDE4-451D-8D57-63398FB2E2B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682B67-45BE-3DCD-246E-48EFF1D4E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8BD3C-F1EE-32EE-6459-5D638F0D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67C4B-D151-4B3A-B0F6-7E977B47F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427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067D5-163F-EDB3-C336-4E72600DC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F0C71-6B11-C7B1-EB39-B64D427B7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F37A34-33BA-E08B-0FAE-47410C8DEB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B0B5F2-3B1B-3C27-AD6E-7814D6390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38408-BDE4-451D-8D57-63398FB2E2B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FAC85A-1E9A-84BA-EE08-A12CED1EE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51A3C-E26E-EFDD-179A-24938EDC4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67C4B-D151-4B3A-B0F6-7E977B47F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230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016EB-0E0E-6995-D47E-996CBD5C6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949CC3-B9CF-930D-EA42-B1A6C24D58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390ECE-8D70-5AF7-A349-3203E840A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6DE5C7-FD85-2FE1-620B-D190F7277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38408-BDE4-451D-8D57-63398FB2E2B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AF769C-79DA-1A43-C0D4-B7B65D2C9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E75577-66CF-876E-E114-99C18EC75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67C4B-D151-4B3A-B0F6-7E977B47F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071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A61A1-80C8-9838-E942-FD8C7482B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DF9E08-F513-3FCF-96C9-945840F0C7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E274C-080E-0A25-1341-439FD91D1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38408-BDE4-451D-8D57-63398FB2E2B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90F98-3278-53FE-E50B-F41CBFB4E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05008-2E9D-ADB8-DA01-20498F404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67C4B-D151-4B3A-B0F6-7E977B47F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528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0DE83C-DE14-97D7-6A65-BD3A67C8AD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64CBC2-7B1F-3918-470A-D7EC5BC90E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6E1B0-ACF2-16B7-79CC-E769D2402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38408-BDE4-451D-8D57-63398FB2E2B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2D617-0B9F-BEB9-CA95-91468B152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A7EC39-05AB-6251-FC90-E53ACE22A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67C4B-D151-4B3A-B0F6-7E977B47F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561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5C94A9-608E-8FE6-FF4C-10E59F708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D8EC66-2553-72E8-80AD-9A2D97DE1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10DA7-521B-182A-4DDE-BF5551C592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C38408-BDE4-451D-8D57-63398FB2E2B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1E96A-95F8-0564-5620-0CF97752AC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2DD3A-96B5-83E5-E285-5F5136F12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67C4B-D151-4B3A-B0F6-7E977B47F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922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8E501-341B-D472-B613-9DD290D998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Daily Sales Analysis Forecasting</a:t>
            </a:r>
            <a:br>
              <a:rPr lang="en-US" dirty="0"/>
            </a:br>
            <a:r>
              <a:rPr lang="en-US" dirty="0"/>
              <a:t>for </a:t>
            </a:r>
            <a:br>
              <a:rPr lang="en-US" dirty="0"/>
            </a:br>
            <a:r>
              <a:rPr lang="en-US" dirty="0"/>
              <a:t>NOVATECH COMPUTER STORE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45CFE-1D9A-FB66-D3FD-F40D80514C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BY</a:t>
            </a:r>
          </a:p>
          <a:p>
            <a:r>
              <a:rPr lang="en-US" b="1" dirty="0"/>
              <a:t>ABDULMUMIN MUHAMMAD SALIS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7CC737-7EA7-3641-6AD5-A4FC90F44D6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150729" y="0"/>
            <a:ext cx="1249345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082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DFD98-BE55-E56E-4329-350BD7D57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9EA7B-541E-2607-8A36-763F69486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Company wants to predict daily sales</a:t>
            </a:r>
          </a:p>
          <a:p>
            <a:pPr lvl="0"/>
            <a:r>
              <a:rPr lang="en-US" dirty="0"/>
              <a:t>Improve inventory planning</a:t>
            </a:r>
          </a:p>
          <a:p>
            <a:pPr lvl="0"/>
            <a:r>
              <a:rPr lang="en-US" dirty="0"/>
              <a:t>Reduce stock-out</a:t>
            </a:r>
          </a:p>
          <a:p>
            <a:pPr lvl="0"/>
            <a:r>
              <a:rPr lang="en-US" dirty="0"/>
              <a:t>Improve revenue planning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B30CDD-09E6-C1CA-2F6B-376594853AD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150729" y="0"/>
            <a:ext cx="1249345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690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1B968-F516-6784-ED06-26BD8B6EF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Dataset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714C5-9EB9-2E46-0703-FF58B9052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Period covered = 365 days</a:t>
            </a:r>
          </a:p>
          <a:p>
            <a:pPr lvl="0"/>
            <a:r>
              <a:rPr lang="en-US" dirty="0"/>
              <a:t>Total sales= 15323</a:t>
            </a:r>
          </a:p>
          <a:p>
            <a:pPr lvl="0"/>
            <a:r>
              <a:rPr lang="en-US" dirty="0"/>
              <a:t>Number of records:365</a:t>
            </a:r>
          </a:p>
          <a:p>
            <a:pPr lvl="0"/>
            <a:r>
              <a:rPr lang="en-US" dirty="0"/>
              <a:t>Data cleaning performed:- Data is intact (No cleaning required)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37ED38-AEA1-ADB9-FA7E-169FF9A2D7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150729" y="0"/>
            <a:ext cx="1249345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973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756B5-0FC7-A432-A264-752FB09C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Exploratory Analysis</a:t>
            </a:r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8E69653-D3A7-F951-5E4F-10D5FD2B57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644937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40082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3B800-48E2-671A-F163-B35D428C3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Forecasting Method Selected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DC2EC-98C0-FDF6-58D2-26109A8AC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most suitable forecasting method selected is </a:t>
            </a:r>
            <a:r>
              <a:rPr lang="en-US" b="1" dirty="0"/>
              <a:t>Exponential Smoothing (ETS) </a:t>
            </a:r>
            <a:r>
              <a:rPr lang="en-US" dirty="0"/>
              <a:t>this is because:</a:t>
            </a:r>
          </a:p>
          <a:p>
            <a:pPr lvl="0"/>
            <a:r>
              <a:rPr lang="en-US" dirty="0"/>
              <a:t>Handles trend</a:t>
            </a:r>
          </a:p>
          <a:p>
            <a:pPr lvl="0"/>
            <a:r>
              <a:rPr lang="en-US" dirty="0"/>
              <a:t>Handles seasonality</a:t>
            </a:r>
          </a:p>
          <a:p>
            <a:pPr lvl="0"/>
            <a:r>
              <a:rPr lang="en-US" dirty="0"/>
              <a:t>Good for retail daily data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173B60-EB80-5D75-156A-CB681F973C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150729" y="8092"/>
            <a:ext cx="1249345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56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2B6BC-8DDB-75DC-61E9-4F76920F9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Forecast Results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8BFF566-30F8-D2DB-3871-B6BB096353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7024024"/>
              </p:ext>
            </p:extLst>
          </p:nvPr>
        </p:nvGraphicFramePr>
        <p:xfrm>
          <a:off x="838200" y="1626499"/>
          <a:ext cx="7002982" cy="44829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EA1B3D7-1E33-D0AA-7828-F377AF7C11B5}"/>
              </a:ext>
            </a:extLst>
          </p:cNvPr>
          <p:cNvSpPr txBox="1"/>
          <p:nvPr/>
        </p:nvSpPr>
        <p:spPr>
          <a:xfrm>
            <a:off x="8000999" y="1914435"/>
            <a:ext cx="3683900" cy="39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Confidence interval: 95%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EA4FC6-61BD-DAFF-E512-116BAB6494F7}"/>
              </a:ext>
            </a:extLst>
          </p:cNvPr>
          <p:cNvSpPr txBox="1"/>
          <p:nvPr/>
        </p:nvSpPr>
        <p:spPr>
          <a:xfrm>
            <a:off x="8000999" y="2422884"/>
            <a:ext cx="3683900" cy="816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Forecast horizon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91days</a:t>
            </a: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 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1/1/1960 to 1/4/1960</a:t>
            </a:r>
          </a:p>
        </p:txBody>
      </p:sp>
    </p:spTree>
    <p:extLst>
      <p:ext uri="{BB962C8B-B14F-4D97-AF65-F5344CB8AC3E}">
        <p14:creationId xmlns:p14="http://schemas.microsoft.com/office/powerpoint/2010/main" val="2708201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889FB-E9A0-D18D-120D-796C4E434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Accuracy Metrics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FE6F13-D3C6-3ECC-633B-7C47ACC367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en-US" dirty="0"/>
                  <a:t>MAE= 5.71 </a:t>
                </a:r>
              </a:p>
              <a:p>
                <a:r>
                  <a:rPr lang="en-US" dirty="0"/>
                  <a:t>RMSE= 6.87</a:t>
                </a:r>
              </a:p>
              <a:p>
                <a:r>
                  <a:rPr lang="en-US" dirty="0"/>
                  <a:t>To understand how good the model is, I compare the error to the average daily sales: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r>
                            <a:rPr lang="en-US" i="1"/>
                            <m:t>5.71</m:t>
                          </m:r>
                        </m:num>
                        <m:den>
                          <m:r>
                            <a:rPr lang="en-US" i="1"/>
                            <m:t>41.98</m:t>
                          </m:r>
                        </m:den>
                      </m:f>
                      <m:r>
                        <a:rPr lang="en-US" i="1"/>
                        <m:t>×100≈13.6</m:t>
                      </m:r>
                      <m:r>
                        <a:rPr lang="en-US"/>
                        <m:t>%</m:t>
                      </m:r>
                    </m:oMath>
                  </m:oMathPara>
                </a14:m>
                <a:br>
                  <a:rPr lang="en-US" dirty="0"/>
                </a:br>
                <a:r>
                  <a:rPr lang="en-US" dirty="0"/>
                  <a:t>This means the model’s average error is about </a:t>
                </a:r>
                <a:r>
                  <a:rPr lang="en-US" b="1" dirty="0"/>
                  <a:t>13.6% of daily sales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FE6F13-D3C6-3ECC-633B-7C47ACC367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r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898EFFC3-A550-8C8A-F55E-9589415C449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150729" y="0"/>
            <a:ext cx="1249345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093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41F37-AF19-0F14-D0BB-47EF9A20D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Interpretation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FA690-E9C5-9EBF-9EBE-DF23E59EB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MAE vs RMSE Interpretation</a:t>
            </a:r>
            <a:endParaRPr lang="en-US" dirty="0"/>
          </a:p>
          <a:p>
            <a:pPr lvl="0"/>
            <a:r>
              <a:rPr lang="en-US" b="1" dirty="0"/>
              <a:t>MAE = 5.71</a:t>
            </a:r>
            <a:endParaRPr lang="en-US" dirty="0"/>
          </a:p>
          <a:p>
            <a:pPr lvl="0"/>
            <a:r>
              <a:rPr lang="en-US" b="1" dirty="0"/>
              <a:t>RMSE = 6.81</a:t>
            </a:r>
            <a:endParaRPr lang="en-US" dirty="0"/>
          </a:p>
          <a:p>
            <a:r>
              <a:rPr lang="en-US" dirty="0"/>
              <a:t>The RMSE is slightly higher than MAE, which is expected because RMSE penalizes larger errors more heavily.</a:t>
            </a:r>
          </a:p>
          <a:p>
            <a:pPr marL="0" indent="0">
              <a:buNone/>
            </a:pPr>
            <a:r>
              <a:rPr lang="en-US" dirty="0"/>
              <a:t>Since the difference between them is not large, it indicates:</a:t>
            </a:r>
          </a:p>
          <a:p>
            <a:pPr lvl="0"/>
            <a:r>
              <a:rPr lang="en-US" dirty="0"/>
              <a:t>No extreme forecasting errors</a:t>
            </a:r>
          </a:p>
          <a:p>
            <a:pPr lvl="0"/>
            <a:r>
              <a:rPr lang="en-US" dirty="0"/>
              <a:t>Stable model performance</a:t>
            </a:r>
          </a:p>
          <a:p>
            <a:pPr lvl="0"/>
            <a:r>
              <a:rPr lang="en-US" dirty="0"/>
              <a:t>Limited impact of outliers</a:t>
            </a:r>
          </a:p>
          <a:p>
            <a:pPr marL="0" indent="0">
              <a:buNone/>
            </a:pPr>
            <a:r>
              <a:rPr lang="en-US" dirty="0"/>
              <a:t>This shows the Exponential Smoothing model handled fluctuations fairly well.</a:t>
            </a:r>
          </a:p>
          <a:p>
            <a:pPr lvl="0"/>
            <a:r>
              <a:rPr lang="en-US" dirty="0"/>
              <a:t>An error below 15% for daily sales forecasting is generally considered </a:t>
            </a:r>
            <a:r>
              <a:rPr lang="en-US" b="1" dirty="0"/>
              <a:t>acceptable to good</a:t>
            </a:r>
            <a:endParaRPr lang="en-US" dirty="0"/>
          </a:p>
          <a:p>
            <a:pPr lvl="0"/>
            <a:r>
              <a:rPr lang="en-US" dirty="0"/>
              <a:t>The forecasts are reasonably close to actual values</a:t>
            </a:r>
          </a:p>
          <a:p>
            <a:pPr lvl="0"/>
            <a:r>
              <a:rPr lang="en-US" dirty="0"/>
              <a:t>The model is suitable for operational decision-making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B3A48A-09AE-E301-2450-A29277D38A7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150729" y="0"/>
            <a:ext cx="1249345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494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30DA6-B43A-3BAE-321C-0966A13D2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Recommendation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F49EB-0AC9-EA0B-CE55-D526040A5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Increase stock before weekends</a:t>
            </a:r>
          </a:p>
          <a:p>
            <a:pPr lvl="0"/>
            <a:r>
              <a:rPr lang="en-US" dirty="0"/>
              <a:t>Increase marketing on low days</a:t>
            </a:r>
          </a:p>
          <a:p>
            <a:pPr lvl="0"/>
            <a:r>
              <a:rPr lang="en-US" dirty="0"/>
              <a:t>Plan staffing based on forecast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A1B079-29BD-E732-5FEF-B664CB3B825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150729" y="0"/>
            <a:ext cx="1249345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445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75C0B-A6C4-DD64-9C8E-0EECBB639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98110-DC3E-F1BE-497E-E36EBC465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Exponential Smoothing model demonstrates reliable predictive capability for </a:t>
            </a:r>
            <a:r>
              <a:rPr lang="en-US" dirty="0" err="1"/>
              <a:t>Novatech’s</a:t>
            </a:r>
            <a:r>
              <a:rPr lang="en-US" dirty="0"/>
              <a:t> daily sales, with manageable forecasting errors and consistent performance. The model is suitable for short-term planning and provides a solid foundation for data-driven decision-making within the organization.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55FA28-D81C-FFB9-B9F8-80AEC90CF2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150729" y="-8092"/>
            <a:ext cx="1249345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666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302</Words>
  <Application>Microsoft Office PowerPoint</Application>
  <PresentationFormat>Widescreen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Symbol</vt:lpstr>
      <vt:lpstr>Office Theme</vt:lpstr>
      <vt:lpstr>Daily Sales Analysis Forecasting for  NOVATECH COMPUTER STORE</vt:lpstr>
      <vt:lpstr>Business problem</vt:lpstr>
      <vt:lpstr>Dataset Overview</vt:lpstr>
      <vt:lpstr>Exploratory Analysis</vt:lpstr>
      <vt:lpstr>Forecasting Method Selected</vt:lpstr>
      <vt:lpstr>Forecast Results</vt:lpstr>
      <vt:lpstr>Accuracy Metrics</vt:lpstr>
      <vt:lpstr>Interpretation</vt:lpstr>
      <vt:lpstr>Recommendation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Abdulmumin Salis</dc:creator>
  <cp:lastModifiedBy>Abdulmumin Salis</cp:lastModifiedBy>
  <cp:revision>4</cp:revision>
  <dcterms:created xsi:type="dcterms:W3CDTF">2026-03-04T21:58:43Z</dcterms:created>
  <dcterms:modified xsi:type="dcterms:W3CDTF">2026-03-05T00:09:58Z</dcterms:modified>
</cp:coreProperties>
</file>